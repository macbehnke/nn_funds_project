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12940521b84960" /><Relationship Type="http://schemas.openxmlformats.org/officeDocument/2006/relationships/extended-properties" Target="/docProps/app.xml" Id="Re26d85692e034735" /><Relationship Type="http://schemas.openxmlformats.org/officeDocument/2006/relationships/officeDocument" Target="/ppt/presentation.xml" Id="Rec0a6f1010c94b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7103c253bf4354"/>
  </p:sldMasterIdLst>
  <p:notesMasterIdLst>
    <p:notesMasterId xmlns:r="http://schemas.openxmlformats.org/officeDocument/2006/relationships" r:id="R43d0924c5db74eba"/>
  </p:notesMasterIdLst>
  <p:sldIdLst>
    <p:sldId xmlns:r="http://schemas.openxmlformats.org/officeDocument/2006/relationships" id="256" r:id="R84a930f70ae7472e"/>
    <p:sldId xmlns:r="http://schemas.openxmlformats.org/officeDocument/2006/relationships" id="257" r:id="Re376bad9af754010"/>
    <p:sldId xmlns:r="http://schemas.openxmlformats.org/officeDocument/2006/relationships" id="258" r:id="R230b364f859349ac"/>
    <p:sldId xmlns:r="http://schemas.openxmlformats.org/officeDocument/2006/relationships" id="259" r:id="R82a95d99d7ed4ed0"/>
    <p:sldId xmlns:r="http://schemas.openxmlformats.org/officeDocument/2006/relationships" id="260" r:id="R62bca70805c944e9"/>
    <p:sldId xmlns:r="http://schemas.openxmlformats.org/officeDocument/2006/relationships" id="261" r:id="R26226be28d474969"/>
    <p:sldId xmlns:r="http://schemas.openxmlformats.org/officeDocument/2006/relationships" id="262" r:id="R51801264a16b43e0"/>
    <p:sldId xmlns:r="http://schemas.openxmlformats.org/officeDocument/2006/relationships" id="263" r:id="Ra215dcf6895a4d69"/>
    <p:sldId xmlns:r="http://schemas.openxmlformats.org/officeDocument/2006/relationships" id="264" r:id="Rec4259455f2c417e"/>
    <p:sldId xmlns:r="http://schemas.openxmlformats.org/officeDocument/2006/relationships" id="265" r:id="Rd27b3de7fe9941d3"/>
    <p:sldId xmlns:r="http://schemas.openxmlformats.org/officeDocument/2006/relationships" id="266" r:id="R45f676712ff4472a"/>
    <p:sldId xmlns:r="http://schemas.openxmlformats.org/officeDocument/2006/relationships" id="267" r:id="R9c389ec2155d4409"/>
    <p:sldId xmlns:r="http://schemas.openxmlformats.org/officeDocument/2006/relationships" id="268" r:id="Rc06b51eb10aa4f49"/>
    <p:sldId xmlns:r="http://schemas.openxmlformats.org/officeDocument/2006/relationships" id="269" r:id="Rdd515769169a45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90095c23474146" /><Relationship Type="http://schemas.openxmlformats.org/officeDocument/2006/relationships/slideMaster" Target="/ppt/slideMasters/slideMaster1.xml" Id="R9b7103c253bf4354" /><Relationship Type="http://schemas.openxmlformats.org/officeDocument/2006/relationships/notesMaster" Target="/ppt/notesMasters/notesMaster1.xml" Id="R43d0924c5db74eba" /><Relationship Type="http://schemas.openxmlformats.org/officeDocument/2006/relationships/presProps" Target="/ppt/presProps.xml" Id="Rc1c2fb0382f447c7" /><Relationship Type="http://schemas.openxmlformats.org/officeDocument/2006/relationships/tableStyles" Target="/ppt/tableStyles.xml" Id="R21ea1e50108840ad" /><Relationship Type="http://schemas.openxmlformats.org/officeDocument/2006/relationships/slide" Target="/ppt/slides/slide1.xml" Id="R84a930f70ae7472e" /><Relationship Type="http://schemas.openxmlformats.org/officeDocument/2006/relationships/slide" Target="/ppt/slides/slide2.xml" Id="Re376bad9af754010" /><Relationship Type="http://schemas.openxmlformats.org/officeDocument/2006/relationships/slide" Target="/ppt/slides/slide3.xml" Id="R230b364f859349ac" /><Relationship Type="http://schemas.openxmlformats.org/officeDocument/2006/relationships/slide" Target="/ppt/slides/slide4.xml" Id="R82a95d99d7ed4ed0" /><Relationship Type="http://schemas.openxmlformats.org/officeDocument/2006/relationships/slide" Target="/ppt/slides/slide5.xml" Id="R62bca70805c944e9" /><Relationship Type="http://schemas.openxmlformats.org/officeDocument/2006/relationships/slide" Target="/ppt/slides/slide6.xml" Id="R26226be28d474969" /><Relationship Type="http://schemas.openxmlformats.org/officeDocument/2006/relationships/slide" Target="/ppt/slides/slide7.xml" Id="R51801264a16b43e0" /><Relationship Type="http://schemas.openxmlformats.org/officeDocument/2006/relationships/slide" Target="/ppt/slides/slide8.xml" Id="Ra215dcf6895a4d69" /><Relationship Type="http://schemas.openxmlformats.org/officeDocument/2006/relationships/slide" Target="/ppt/slides/slide9.xml" Id="Rec4259455f2c417e" /><Relationship Type="http://schemas.openxmlformats.org/officeDocument/2006/relationships/slide" Target="/ppt/slides/slide10.xml" Id="Rd27b3de7fe9941d3" /><Relationship Type="http://schemas.openxmlformats.org/officeDocument/2006/relationships/slide" Target="/ppt/slides/slide11.xml" Id="R45f676712ff4472a" /><Relationship Type="http://schemas.openxmlformats.org/officeDocument/2006/relationships/slide" Target="/ppt/slides/slide12.xml" Id="R9c389ec2155d4409" /><Relationship Type="http://schemas.openxmlformats.org/officeDocument/2006/relationships/slide" Target="/ppt/slides/slide13.xml" Id="Rc06b51eb10aa4f49" /><Relationship Type="http://schemas.openxmlformats.org/officeDocument/2006/relationships/slide" Target="/ppt/slides/slide14.xml" Id="Rdd515769169a45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4ec59e268e4f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3ace24f1964f78" /><Relationship Type="http://schemas.openxmlformats.org/officeDocument/2006/relationships/notesMaster" Target="/ppt/notesMasters/notesMaster1.xml" Id="R696024d091704c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610a7bf38d4d3e" /><Relationship Type="http://schemas.openxmlformats.org/officeDocument/2006/relationships/notesMaster" Target="/ppt/notesMasters/notesMaster1.xml" Id="R6d5cbeb2391143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2e0c53827d4312" /><Relationship Type="http://schemas.openxmlformats.org/officeDocument/2006/relationships/notesMaster" Target="/ppt/notesMasters/notesMaster1.xml" Id="R61839af4825d43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a084213cb54531" /><Relationship Type="http://schemas.openxmlformats.org/officeDocument/2006/relationships/notesMaster" Target="/ppt/notesMasters/notesMaster1.xml" Id="R1313ad82d71441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ef3d4f96174eb1" /><Relationship Type="http://schemas.openxmlformats.org/officeDocument/2006/relationships/notesMaster" Target="/ppt/notesMasters/notesMaster1.xml" Id="R2ab0490bb1294b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43b1ecff3148b7" /><Relationship Type="http://schemas.openxmlformats.org/officeDocument/2006/relationships/notesMaster" Target="/ppt/notesMasters/notesMaster1.xml" Id="R764065acad974a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a8a443406a4d35" /><Relationship Type="http://schemas.openxmlformats.org/officeDocument/2006/relationships/notesMaster" Target="/ppt/notesMasters/notesMaster1.xml" Id="R4023317cf13345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19bc68c7b043cf" /><Relationship Type="http://schemas.openxmlformats.org/officeDocument/2006/relationships/notesMaster" Target="/ppt/notesMasters/notesMaster1.xml" Id="Ree459cb9dbe041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5beffe743c4bca" /><Relationship Type="http://schemas.openxmlformats.org/officeDocument/2006/relationships/notesMaster" Target="/ppt/notesMasters/notesMaster1.xml" Id="R5a672e2dbcd1462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722d1461c8461f" /><Relationship Type="http://schemas.openxmlformats.org/officeDocument/2006/relationships/notesMaster" Target="/ppt/notesMasters/notesMaster1.xml" Id="R5d720e84d66f43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4c6b8b885b4beb" /><Relationship Type="http://schemas.openxmlformats.org/officeDocument/2006/relationships/notesMaster" Target="/ppt/notesMasters/notesMaster1.xml" Id="R45525eaf503f46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843d55057d445f5" /><Relationship Type="http://schemas.openxmlformats.org/officeDocument/2006/relationships/notesMaster" Target="/ppt/notesMasters/notesMaster1.xml" Id="R852f1ceb9b01487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58edaa37d94f91" /><Relationship Type="http://schemas.openxmlformats.org/officeDocument/2006/relationships/notesMaster" Target="/ppt/notesMasters/notesMaster1.xml" Id="Rcd3984e84049480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f1812a31b614415" /><Relationship Type="http://schemas.openxmlformats.org/officeDocument/2006/relationships/notesMaster" Target="/ppt/notesMasters/notesMaster1.xml" Id="R16bb426de41343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2cf359d3b045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633a28ab214ecb" /><Relationship Type="http://schemas.openxmlformats.org/officeDocument/2006/relationships/slideLayout" Target="/ppt/slideLayouts/slideLayout1.xml" Id="R94621541e1ba4a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621541e1ba4a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45529b2854bf2" /><Relationship Type="http://schemas.openxmlformats.org/officeDocument/2006/relationships/notesSlide" Target="/ppt/notesSlides/notesSlide1.xml" Id="R35b0372c3aa243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39a3458a141e4" /><Relationship Type="http://schemas.openxmlformats.org/officeDocument/2006/relationships/image" Target="/ppt/media/image.png" Id="R601c9006f84742cf" /><Relationship Type="http://schemas.openxmlformats.org/officeDocument/2006/relationships/notesSlide" Target="/ppt/notesSlides/notesSlide2.xml" Id="R505f3c4b6a764b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49a16bc3545fa" /><Relationship Type="http://schemas.openxmlformats.org/officeDocument/2006/relationships/notesSlide" Target="/ppt/notesSlides/notesSlide3.xml" Id="R8d6e10d509d445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afd9fafdc4d5b" /><Relationship Type="http://schemas.openxmlformats.org/officeDocument/2006/relationships/notesSlide" Target="/ppt/notesSlides/notesSlide4.xml" Id="R04f83a4cef1b45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e8000bec246b0" /><Relationship Type="http://schemas.openxmlformats.org/officeDocument/2006/relationships/notesSlide" Target="/ppt/notesSlides/notesSlide5.xml" Id="Rb00dd3d7daee47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5d7410e114972" /><Relationship Type="http://schemas.openxmlformats.org/officeDocument/2006/relationships/notesSlide" Target="/ppt/notesSlides/notesSlide6.xml" Id="Rc3e8aad7408044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bec3cda6e485e" /><Relationship Type="http://schemas.openxmlformats.org/officeDocument/2006/relationships/image" Target="/ppt/media/image2.png" Id="Rc92e6a1a63864ba5" /><Relationship Type="http://schemas.openxmlformats.org/officeDocument/2006/relationships/notesSlide" Target="/ppt/notesSlides/notesSlide7.xml" Id="Rc6653cfc0ce64f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8db7f996c40c6" /><Relationship Type="http://schemas.openxmlformats.org/officeDocument/2006/relationships/image" Target="/ppt/media/image3.png" Id="R2bd684022cbe4087" /><Relationship Type="http://schemas.openxmlformats.org/officeDocument/2006/relationships/notesSlide" Target="/ppt/notesSlides/notesSlide8.xml" Id="Raf6cdd72c2954f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deac043de4faa" /><Relationship Type="http://schemas.openxmlformats.org/officeDocument/2006/relationships/image" Target="/ppt/media/image4.png" Id="R7a9f9b96085f4f98" /><Relationship Type="http://schemas.openxmlformats.org/officeDocument/2006/relationships/notesSlide" Target="/ppt/notesSlides/notesSlide9.xml" Id="R5855d21ed8be4d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19ac34ac54507" /><Relationship Type="http://schemas.openxmlformats.org/officeDocument/2006/relationships/notesSlide" Target="/ppt/notesSlides/notesSlide10.xml" Id="Ra997ac6c31ae40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cfb55e7374627" /><Relationship Type="http://schemas.openxmlformats.org/officeDocument/2006/relationships/notesSlide" Target="/ppt/notesSlides/notesSlide11.xml" Id="R52279ba8ed5b4d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73ef0577b40df" /><Relationship Type="http://schemas.openxmlformats.org/officeDocument/2006/relationships/notesSlide" Target="/ppt/notesSlides/notesSlide12.xml" Id="Rbc95f405d59c48b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d49877f434b8a" /><Relationship Type="http://schemas.openxmlformats.org/officeDocument/2006/relationships/notesSlide" Target="/ppt/notesSlides/notesSlide13.xml" Id="Raef80c6a0744425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d303cf34248a1" /><Relationship Type="http://schemas.openxmlformats.org/officeDocument/2006/relationships/notesSlide" Target="/ppt/notesSlides/notesSlide14.xml" Id="R4f103ad1fb3b49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B110EF-B9AD-4C3F-AD59-D8DD4FE5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5AC45-1E34-4E79-98E5-8BFD5944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E4750-1C83-4B1F-83B5-6BF2CAFF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8B54B-9E2E-462C-B8E1-271B168D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611EE-2246-4383-A15D-CAEBE04F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EB03C-8D57-47D3-AE5E-CD14B563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84718-58C7-442A-BE3C-F75214EF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E06A3-4ED4-447A-B402-4B96B111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1E130-A717-4E45-8287-0954B401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A16E7-D095-4564-B6A3-A97B94D0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146.91s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CE4D4-4657-4C9F-879D-898D4783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B53390-111A-49BA-9A54-04152EE2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44B6ED-BA07-4A7F-A244-ADB0E0BA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1937873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5BB5FA-1D89-4828-B293-6A0575B0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02800-20C6-4229-A8A5-583514DE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19F1F-444B-4758-95FF-DE548395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C2B03-4D7A-414D-82D0-811A7671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B64AA-958E-47CC-B1CB-BFB8C663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97251-EEA8-498A-8264-39162968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0A8D5-0185-4EDA-AE6B-269F4309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FA5B8-C49B-4EF5-AA8F-A2D570D8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AE366-8A2C-4526-A7C5-4E933988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BB715-0EBA-490E-B682-37C86788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75C02-B54D-43F9-A983-049EC50A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c9006f84742cf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C1604-0D51-4C95-95B7-1FC413A7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E3CD5-18E5-4A7C-A023-BA3F8F2A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12642002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22833A-2DF4-4FF0-989A-716852A2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historically specific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C099A-4685-4681-9424-8A870D63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uses the original 32x32 input shape, partial connectivity, trainable subsampling, and RBF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BB4DE-05AF-4B0D-AED4-1C27EE9F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2FD5F-EBE7-40C9-BC82-642B115C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01011-88AA-4AD4-A2C5-30B02DBD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3DC268-7F1A-4B34-8A9F-E340C95D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1x32x32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3E48D-0EBE-480F-B084-CBAB2CF4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EDE0D4-FCF7-45AD-B4C4-9D89C1BB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598E8-8412-49A3-85C6-5A7C6AD5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E8A6C-14D2-4EA7-AC94-055B9500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464F9-DEC5-49BD-A0A4-5CEC4393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6E22F-83E5-42CD-BD22-11275340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17FB64-6861-4F3C-B552-E651A098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8ACC0B-F5C0-472B-BF62-9E81A74E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C62B83-FB27-4ABA-931C-1D7CB73F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0768F0-AF19-43F1-B3C5-D260275E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FE881D-FF54-4AC2-AD59-6AC572EE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10129B-FDB4-487C-A22C-7893DEB2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partial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F8840-ADC2-4CBF-876E-12E78091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59FDC1-C748-485B-82BA-A3FE3851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0262E7-52AC-43AC-8BCC-94461041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6D8E82-CC56-4C5B-88FA-5565CB9F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CF294-DD30-4118-A020-D4964C73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BAF9AD-D25B-403F-927F-8D92B5E7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BF1C43-250B-4CF2-8EC5-4CC99B86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C5/F6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1F75FB-EEF9-420A-8E7E-5EB2CC17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46AAD-B30A-4034-A343-8806A395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CBB18-F588-4BF1-BAA2-07ED62B0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2DAF6-1610-43AB-971C-CE4A486D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RBF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52FA5-E965-4448-988F-0180EE70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penalties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AAC505-014C-49EA-99FC-C74CB2DF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The model has exactly 60,000 trainable parameters and returns class penalties: lower RBF distance means a better class match.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2B7EFE-4C37-40C4-970A-25B45C80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1189566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DD79BF-CAF3-4B8F-8385-B419582C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implementation follows the historical LeNet-5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00DED-0201-42B4-B609-EA03586A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main remaining difference is optimizer choice, not the architecture or output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F8D22-5C8A-4829-815E-8A67222C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1EA96-1160-45A6-81A9-87D0E77E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808EA-CF9E-400A-82BF-A6DA8C68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000A6-EB07-4D6E-9A6D-5EBE523D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32x32 input, C1/S2/C3/S4/C5/F6 sizes, partial C3 connectivity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7B623-8326-4B4D-BE1A-852FEA58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D857B-7FE4-4BF5-9C68-705872F3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D2F35-9B5C-42FB-86B6-A3F4A477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fixed Euclidean RBF prototypes with 84-dimensional +1/-1 targets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B78AB-AE1C-4914-8D67-B8D9AFE1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82A15E-CFB3-478C-BDAD-1933D178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A7D63-63DF-4442-BC1E-03780797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MAP-style penalty loss; SGD optimizer with learning rate 0.01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9639E-DE6A-4CB7-BFAF-9E801FE4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6157044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07798E-0BCD-45E4-8D9E-FE2BF109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3FBCA-F08B-4A4A-809A-4588AE37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14029E-2291-4802-9A42-2E57EEC5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ACEA5-1032-40E9-B355-7838DA88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7700D-0751-429E-9051-0BE69700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5D7FF-5506-4580-A6B0-A188A5D0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02351-7AA1-4226-AB2A-7F9374E3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20DFA-934D-47B0-8DC3-FD5B3424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99A51-DE7B-47C4-BC85-B5E7149D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63F68-696F-4A8D-AEB2-48461D77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84406-5750-4DB0-B2C5-3E3C0904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82A61-F266-48A7-B068-008614C6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EF3B14-CF9D-432D-9435-B46714CB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Optimizer: SGD | Loss: LeNet MAP-style RBF penalty | Seed: 42 | Device: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7DA90-FE58-43EB-B31A-5A8A16C7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10283890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2071F2-DDAA-437F-A70F-B92D1975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6B4C7B-5057-44A8-B18A-7E67D710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83D76-FADF-4C96-9779-16A30B54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BE91B-28D8-44C2-AB3F-3265D940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BC71E-623A-4D43-B226-95700122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F7A5B2-0CCF-4782-8965-BC3C74BC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C0EA61-F648-4EB6-9247-5042639D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FBA813-879F-486B-AD72-8FA82FEB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1.07%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3DBF3-EB8D-413C-B9AB-6004CD4F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D48BC-6E17-446F-BEBC-00A23599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56E34-DC26-4265-85D6-E1E583A3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146.91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7F2FB-993C-446E-A68A-5060D0D0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20674270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075BA8-EFBD-4A5B-A286-B57F3CC9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across the 20-epoch historical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EE4D3-C942-486F-B00E-433D0E6A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98.6%.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DABAC-14DD-4C39-876D-5E8CF78C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2e6a1a63864ba5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D8BF0-F0BC-411C-AECE-F07EFF8F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10370431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ACD6C8-640F-486F-82FF-5F0D1CFB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E3CD0-D8DF-40A8-9C46-05DDC64C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32DF0-C381-45EA-BE64-D0D3843E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d684022cbe4087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89D4D-AA6F-431F-9DDF-773D7D3E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E740C-E583-4C97-B199-D85D1CA5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8F4ED-8C18-4AFD-9722-43CF0E66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C7765-F723-4EBD-86E7-A7EEDD54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6EA1D-D2BB-4BA4-AF09-555FACC5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E2FABA-E2F2-4FDD-B9B5-D2838ECB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559F-63BC-48CD-BBF8-56F11A71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DEDEC-D852-4B96-9638-613AB70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500DC-05E4-4C07-8D82-85DDA4B8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3886836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B19C13-1BFB-4B02-9A20-1D2A7B5C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remaining errors are visually understandable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6EE1E-0BD2-4114-BA51-B1935601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model usually fails on ambiguous handwriting, not random easy digits.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960C8-9F56-4402-928C-F3DDAE41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f9b96085f4f98"/>
          <a:stretch xmlns:a="http://schemas.openxmlformats.org/drawingml/2006/main"/>
        </p:blipFill>
        <p:spPr>
          <a:xfrm xmlns:a="http://schemas.openxmlformats.org/drawingml/2006/main">
            <a:off x="985715" y="1866900"/>
            <a:ext cx="6105769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52C5E-5BE6-4EE5-A942-DBEE5AE9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0F897-F7D2-46E3-AF8C-951A348B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5745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Several mistakes have unusual stroke shapes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E8055-7A56-43D8-ACAD-66BAB5BF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50547C-8115-46C8-ACD3-5129A14D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7180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Some predictions are confidently wrong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6E004E-3031-4E74-BDB7-63A57D0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81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67BAD-9D17-45E3-9AC7-6689A55C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8615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This is useful for explaining model limits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820BC7-D552-453D-AB9B-4FD9BBFA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957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E08243-D6E2-4523-8488-F299C93C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0050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The demo should be treated as MNIST-style, not real-world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5E394-8365-4ECE-B2E6-52E0A476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18017304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EDD952-B551-49A9-9D00-B3D1FFBB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1111E-79CD-4BBB-8933-D42B924C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11152-CE52-488D-9969-2D9A7FCE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882CF-9AD7-453B-A08B-197987D0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FAD1D-846B-4127-8257-173A422F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9A1D6-C8F7-4245-B669-018DEE0B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4F751-07FC-4609-94E9-1A179651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EBAC6-44A7-4E78-AF7C-B95F1BF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9B7CF-066A-4392-A901-A66A22E1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A1D47-57D6-474A-A9DF-B732A039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D4EF9-E3EC-4999-8399-E11FDF17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A834ED-527F-47E1-8D77-1712E831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B5B2C3-2693-41A8-8C8D-58E60497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A221C-8614-40B2-9DB7-1A4DEE58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4F562-A5CC-4550-86C0-A520581C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E89D8B-0E04-466A-A6DB-EEDB1B9A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17680755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3F681D-815D-4541-BD4A-E1E357A6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matched the historical range, but not the best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56802-30FC-4B3E-9CF4-8B133083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0.8-0.95%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49DC1-EA1D-46FB-88C0-4B7C7DF9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8C899F-621D-4565-A0DD-E64E73F1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1FFC2-E161-4B21-BA53-6BA206B2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0.8-0.95%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99A44-52D2-4567-A08B-967BD5E1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8DE7A-34B5-4384-BB9B-A1D6F591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F3877-A7D1-4A40-B54B-84E703F6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1.07%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128D4-36E1-4DAE-A880-F771F01F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A37A2-C61D-4C86-8CB5-71655713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0.12 points vs. the 0.95% run; 0.27 points vs. the best 0.8% figure.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8AACB-4630-48FE-9C25-BFBD1B51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1965455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447294-A99E-4995-8E60-D8105CBA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33F91-B3CD-4DBE-87E9-EFDA6CFC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38A3F-D1F4-4026-B984-9954381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19711-9D56-4283-8F20-FEDD74B7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66728-0DC5-4EAE-BA1A-64ABFE39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A3396A-8557-4CC6-9153-F77C8567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09BEE-4AAF-4836-8B79-F4D2E7CD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80905-2518-4DD1-A1BE-789BC129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E31E6-C09A-4A8B-AE29-183F98B7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padded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C3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Fixed RBF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MAP-style loss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SGD optimizer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031C31-7BFA-4422-B976-80C32F3E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16680-62B5-4FA4-98E1-AC2580DD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1A84B-EB5B-4354-9883-656681DE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Historical architecture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60,000 parameters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comparison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Still easy to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Honest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8C097-573A-42F7-A809-917E8F98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16656867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A09BA4-AC9B-4757-80C4-7E1ECF01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F886F-FE3B-48FE-B63B-2AAFFD5B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0.25 percentage points, but with a much larger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C2FEE-EE9E-4A7C-AF9D-BD7FBD13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0B188-C4F7-4B85-815D-14BE9F5B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C6936-9B83-498A-8410-B3B2BBAE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9AD12-B907-4DF5-99BC-BCDF4CB9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AA9140-E290-49A1-98E4-9882A7A6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98.93% 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DF213-96F6-4AB8-B4C7-326DD721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8D390-64BB-4BC1-BA44-A5A281DC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60,000 parameters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53478-A7BE-4740-8221-2DFEC52A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FAE02-0F08-4850-AFFB-2F5ABEFA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146.91 s CPU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31A5A-2B62-4A61-9B89-FA6B0DEF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6AF9B-8852-40CF-B25B-598D1D5E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0.26 MB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7052C-6A5A-4639-9C9C-4B6E3D35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808B8B-4D1F-4CC6-8EFF-786A420F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C9FDC2-CD45-4CC6-91A3-00895545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E0398-DAE0-437D-B7DC-9B376183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436EED-BB2A-4EA8-A697-CC5E7DC6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7EC70-2DB2-470A-8605-11D4BE71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D6344B-4115-45C5-A3B7-5EC5777B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B26031-FADC-4888-932E-91C1B55B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A40CAD-B5A3-429C-911F-109F6362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8D6DCC-D96D-47C8-A33A-45336E5A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D7B184-807F-4AFE-8CBC-11A04144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23986A-B5B6-4D0A-8896-9889342E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4829040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785CDE-7FDB-406E-94EF-8BE120BB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64587-803D-4C4D-9F3C-F00DC959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AA139-F772-460B-AC33-4B6876A1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3B490-3038-4EFA-8DFF-29D1663C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1B9A8-A590-43C8-8F4A-ACDEB5B7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B9ABF-3891-4C35-9006-24488A11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FF3461-8599-41CB-B0AB-66B85AF4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C05C7-179F-4B1A-B9C0-8714DF17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64F9F-EFB5-49E5-8F34-2ECB2A4D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98.93% test accuracy with a 60,000-parameter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6B0CDA-412B-4508-8E4D-8E40D9AF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72BE03-92F6-4C9A-B5A1-70EE7CD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EAE64-93EA-4807-B990-DD5E02D2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446F1B-0245-4E50-9658-E19E9839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9CCD17-6625-4511-A079-B9B19AA9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D1E77-A878-4CD0-BFD1-480E940C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14</a:t>
            </a:r>
          </a:p>
        </p:txBody>
      </p:sp>
    </p:spTree>
    <p:extLst>
      <p:ext uri="{BB962C8B-B14F-4D97-AF65-F5344CB8AC3E}">
        <p14:creationId xmlns:p14="http://schemas.microsoft.com/office/powerpoint/2010/main" val="19320210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2026-07-02T06:14:17.3320000Z</dcterms:created>
  <dcterms:modified xsi:type="dcterms:W3CDTF">2026-07-02T06:14:17.3330000Z</dcterms:modified>
</coreProperties>
</file>