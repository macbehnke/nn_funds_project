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2796179c014479" /><Relationship Type="http://schemas.openxmlformats.org/officeDocument/2006/relationships/extended-properties" Target="/docProps/app.xml" Id="R80982ab37e434e3c" /><Relationship Type="http://schemas.openxmlformats.org/officeDocument/2006/relationships/officeDocument" Target="/ppt/presentation.xml" Id="R2b5cc91b449143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f4bfb6ef7149c6"/>
  </p:sldMasterIdLst>
  <p:notesMasterIdLst>
    <p:notesMasterId xmlns:r="http://schemas.openxmlformats.org/officeDocument/2006/relationships" r:id="R2c90086fe7184857"/>
  </p:notesMasterIdLst>
  <p:sldIdLst>
    <p:sldId xmlns:r="http://schemas.openxmlformats.org/officeDocument/2006/relationships" id="256" r:id="R35dc487279ed4315"/>
    <p:sldId xmlns:r="http://schemas.openxmlformats.org/officeDocument/2006/relationships" id="257" r:id="R7ec74915d26d41f7"/>
    <p:sldId xmlns:r="http://schemas.openxmlformats.org/officeDocument/2006/relationships" id="258" r:id="R3bd9d93173214da9"/>
    <p:sldId xmlns:r="http://schemas.openxmlformats.org/officeDocument/2006/relationships" id="259" r:id="R472830e62d9f4c10"/>
    <p:sldId xmlns:r="http://schemas.openxmlformats.org/officeDocument/2006/relationships" id="260" r:id="R4eaf20258f42467d"/>
    <p:sldId xmlns:r="http://schemas.openxmlformats.org/officeDocument/2006/relationships" id="261" r:id="R7850409614bb4468"/>
    <p:sldId xmlns:r="http://schemas.openxmlformats.org/officeDocument/2006/relationships" id="262" r:id="R2a2402b9870d486d"/>
    <p:sldId xmlns:r="http://schemas.openxmlformats.org/officeDocument/2006/relationships" id="263" r:id="R3b7ffea66d0643a4"/>
    <p:sldId xmlns:r="http://schemas.openxmlformats.org/officeDocument/2006/relationships" id="264" r:id="R17bd03368f8b4fdd"/>
    <p:sldId xmlns:r="http://schemas.openxmlformats.org/officeDocument/2006/relationships" id="265" r:id="R11e4c8c770bf400e"/>
    <p:sldId xmlns:r="http://schemas.openxmlformats.org/officeDocument/2006/relationships" id="266" r:id="R73a0bba2eb3e49b1"/>
    <p:sldId xmlns:r="http://schemas.openxmlformats.org/officeDocument/2006/relationships" id="267" r:id="R3710bcfe19a6493b"/>
    <p:sldId xmlns:r="http://schemas.openxmlformats.org/officeDocument/2006/relationships" id="268" r:id="R2ec5b36578e944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9210f854ce46db" /><Relationship Type="http://schemas.openxmlformats.org/officeDocument/2006/relationships/slideMaster" Target="/ppt/slideMasters/slideMaster1.xml" Id="R11f4bfb6ef7149c6" /><Relationship Type="http://schemas.openxmlformats.org/officeDocument/2006/relationships/notesMaster" Target="/ppt/notesMasters/notesMaster1.xml" Id="R2c90086fe7184857" /><Relationship Type="http://schemas.openxmlformats.org/officeDocument/2006/relationships/presProps" Target="/ppt/presProps.xml" Id="R1a7b614e824946f6" /><Relationship Type="http://schemas.openxmlformats.org/officeDocument/2006/relationships/tableStyles" Target="/ppt/tableStyles.xml" Id="R547c0a2bed574b57" /><Relationship Type="http://schemas.openxmlformats.org/officeDocument/2006/relationships/slide" Target="/ppt/slides/slide1.xml" Id="R35dc487279ed4315" /><Relationship Type="http://schemas.openxmlformats.org/officeDocument/2006/relationships/slide" Target="/ppt/slides/slide2.xml" Id="R7ec74915d26d41f7" /><Relationship Type="http://schemas.openxmlformats.org/officeDocument/2006/relationships/slide" Target="/ppt/slides/slide3.xml" Id="R3bd9d93173214da9" /><Relationship Type="http://schemas.openxmlformats.org/officeDocument/2006/relationships/slide" Target="/ppt/slides/slide4.xml" Id="R472830e62d9f4c10" /><Relationship Type="http://schemas.openxmlformats.org/officeDocument/2006/relationships/slide" Target="/ppt/slides/slide5.xml" Id="R4eaf20258f42467d" /><Relationship Type="http://schemas.openxmlformats.org/officeDocument/2006/relationships/slide" Target="/ppt/slides/slide6.xml" Id="R7850409614bb4468" /><Relationship Type="http://schemas.openxmlformats.org/officeDocument/2006/relationships/slide" Target="/ppt/slides/slide7.xml" Id="R2a2402b9870d486d" /><Relationship Type="http://schemas.openxmlformats.org/officeDocument/2006/relationships/slide" Target="/ppt/slides/slide8.xml" Id="R3b7ffea66d0643a4" /><Relationship Type="http://schemas.openxmlformats.org/officeDocument/2006/relationships/slide" Target="/ppt/slides/slide9.xml" Id="R17bd03368f8b4fdd" /><Relationship Type="http://schemas.openxmlformats.org/officeDocument/2006/relationships/slide" Target="/ppt/slides/slide10.xml" Id="R11e4c8c770bf400e" /><Relationship Type="http://schemas.openxmlformats.org/officeDocument/2006/relationships/slide" Target="/ppt/slides/slide11.xml" Id="R73a0bba2eb3e49b1" /><Relationship Type="http://schemas.openxmlformats.org/officeDocument/2006/relationships/slide" Target="/ppt/slides/slide12.xml" Id="R3710bcfe19a6493b" /><Relationship Type="http://schemas.openxmlformats.org/officeDocument/2006/relationships/slide" Target="/ppt/slides/slide13.xml" Id="R2ec5b36578e944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6b21a0c6a94f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a004d610204523" /><Relationship Type="http://schemas.openxmlformats.org/officeDocument/2006/relationships/notesMaster" Target="/ppt/notesMasters/notesMaster1.xml" Id="Rd5f907a16b6349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38c07a071a444f" /><Relationship Type="http://schemas.openxmlformats.org/officeDocument/2006/relationships/notesMaster" Target="/ppt/notesMasters/notesMaster1.xml" Id="R6ff11b0cd9e440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50d64709a84be3" /><Relationship Type="http://schemas.openxmlformats.org/officeDocument/2006/relationships/notesMaster" Target="/ppt/notesMasters/notesMaster1.xml" Id="Re28f35c5594e48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38f21d7ed54cbb" /><Relationship Type="http://schemas.openxmlformats.org/officeDocument/2006/relationships/notesMaster" Target="/ppt/notesMasters/notesMaster1.xml" Id="R1df2a80fa21b48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477195a5fa48e2" /><Relationship Type="http://schemas.openxmlformats.org/officeDocument/2006/relationships/notesMaster" Target="/ppt/notesMasters/notesMaster1.xml" Id="R933af258563842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b42a934b4a413d" /><Relationship Type="http://schemas.openxmlformats.org/officeDocument/2006/relationships/notesMaster" Target="/ppt/notesMasters/notesMaster1.xml" Id="R31de719192f542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2f6a7d6bd8491b" /><Relationship Type="http://schemas.openxmlformats.org/officeDocument/2006/relationships/notesMaster" Target="/ppt/notesMasters/notesMaster1.xml" Id="R2f465f923c0342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ca7b7696d54603" /><Relationship Type="http://schemas.openxmlformats.org/officeDocument/2006/relationships/notesMaster" Target="/ppt/notesMasters/notesMaster1.xml" Id="R1d861139150c4b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d7b7af34d48e5" /><Relationship Type="http://schemas.openxmlformats.org/officeDocument/2006/relationships/notesMaster" Target="/ppt/notesMasters/notesMaster1.xml" Id="R3f568d777df646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9b350ed2e143ac" /><Relationship Type="http://schemas.openxmlformats.org/officeDocument/2006/relationships/notesMaster" Target="/ppt/notesMasters/notesMaster1.xml" Id="R8471f6d3caa149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4d29be2eda4af7" /><Relationship Type="http://schemas.openxmlformats.org/officeDocument/2006/relationships/notesMaster" Target="/ppt/notesMasters/notesMaster1.xml" Id="Rb66dec84ce7e44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bc2e46107748e2" /><Relationship Type="http://schemas.openxmlformats.org/officeDocument/2006/relationships/notesMaster" Target="/ppt/notesMasters/notesMaster1.xml" Id="R0ed82e1cf5de40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a05baadbb24885" /><Relationship Type="http://schemas.openxmlformats.org/officeDocument/2006/relationships/notesMaster" Target="/ppt/notesMasters/notesMaster1.xml" Id="R61e47d7e030045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6ca3a18a7a41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e75b04bf464d6e" /><Relationship Type="http://schemas.openxmlformats.org/officeDocument/2006/relationships/slideLayout" Target="/ppt/slideLayouts/slideLayout1.xml" Id="Ra609178ca0244a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09178ca0244a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e98c963f94b75" /><Relationship Type="http://schemas.openxmlformats.org/officeDocument/2006/relationships/notesSlide" Target="/ppt/notesSlides/notesSlide1.xml" Id="Rad71acd1986246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745dd16424400" /><Relationship Type="http://schemas.openxmlformats.org/officeDocument/2006/relationships/image" Target="/ppt/media/image.png" Id="R790114bb91d44d5e" /><Relationship Type="http://schemas.openxmlformats.org/officeDocument/2006/relationships/notesSlide" Target="/ppt/notesSlides/notesSlide2.xml" Id="R381ef494c37b45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b9fa598054b6b" /><Relationship Type="http://schemas.openxmlformats.org/officeDocument/2006/relationships/notesSlide" Target="/ppt/notesSlides/notesSlide3.xml" Id="R2febc5a9ee5544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f90e89d7e4634" /><Relationship Type="http://schemas.openxmlformats.org/officeDocument/2006/relationships/notesSlide" Target="/ppt/notesSlides/notesSlide4.xml" Id="Rea312fcb7d6542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0a9ddfa704bee" /><Relationship Type="http://schemas.openxmlformats.org/officeDocument/2006/relationships/notesSlide" Target="/ppt/notesSlides/notesSlide5.xml" Id="Rcabde9d5b0cc47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e5dcf91194cc0" /><Relationship Type="http://schemas.openxmlformats.org/officeDocument/2006/relationships/notesSlide" Target="/ppt/notesSlides/notesSlide6.xml" Id="R1ae5a9f491434b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6fee8db5242ab" /><Relationship Type="http://schemas.openxmlformats.org/officeDocument/2006/relationships/image" Target="/ppt/media/image2.png" Id="R1ae15f820ec6407a" /><Relationship Type="http://schemas.openxmlformats.org/officeDocument/2006/relationships/notesSlide" Target="/ppt/notesSlides/notesSlide7.xml" Id="Re1dcb5a0899f4c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8fd2e31a14f2e" /><Relationship Type="http://schemas.openxmlformats.org/officeDocument/2006/relationships/image" Target="/ppt/media/image3.png" Id="R90344c7c46174d9e" /><Relationship Type="http://schemas.openxmlformats.org/officeDocument/2006/relationships/notesSlide" Target="/ppt/notesSlides/notesSlide8.xml" Id="R60603dceb0d6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75ab7204340d3" /><Relationship Type="http://schemas.openxmlformats.org/officeDocument/2006/relationships/notesSlide" Target="/ppt/notesSlides/notesSlide9.xml" Id="R34ca0b08e64647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0ea4df4fc4133" /><Relationship Type="http://schemas.openxmlformats.org/officeDocument/2006/relationships/notesSlide" Target="/ppt/notesSlides/notesSlide10.xml" Id="R32aa8166a87d49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f769e5c2840bd" /><Relationship Type="http://schemas.openxmlformats.org/officeDocument/2006/relationships/notesSlide" Target="/ppt/notesSlides/notesSlide11.xml" Id="Rf1d51bb3762349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6efa0c86d4522" /><Relationship Type="http://schemas.openxmlformats.org/officeDocument/2006/relationships/notesSlide" Target="/ppt/notesSlides/notesSlide12.xml" Id="Rb55b5f9bae584f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e0f29d5414119" /><Relationship Type="http://schemas.openxmlformats.org/officeDocument/2006/relationships/notesSlide" Target="/ppt/notesSlides/notesSlide13.xml" Id="Rcbf755ab591b4c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7364A6-4F77-43C4-8C11-1E131D8D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18329-1EEE-4292-B04B-CA68045F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EBBAC-189B-48E7-8871-FB40AC9E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79E56-ACAB-485B-9880-AA8B375B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E8867-AE30-4E01-94D1-DA9FE7D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3531B-A7E2-482E-9A04-E455CF79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30D17-A326-4761-AC09-09C40F6E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DDEB45-28F6-4DDA-85B6-8AD43886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88E64-EABA-4950-B151-8E39C674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9E9F0-BA06-49A5-9F68-0E19DC1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125.94s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7B562-C550-41C4-A989-AE5C376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550C6-89E8-4378-A88F-9E6A34E3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962E72-AD5C-4155-B847-4925F35D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9412681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D13FB2-EAD0-4F91-88AE-7B70AB04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F0CB15-A16A-467B-A022-9CD2B102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50044-9AB2-40A4-9180-9945FB27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A201D-EAD6-431A-9A17-8363DB6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80F3B-2543-422E-AC26-245E7DC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AC99C-2FA0-44E8-9258-50035E12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DA9FD-7BFA-4EEA-B2FF-3F90090F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1CD53-1D52-49DE-B296-C88F1080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5A46F-EAA9-41F8-B1FF-0E28927F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B078F-F225-4475-B6C1-86F10F9A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0895B-4E24-4928-891B-E339A49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14bb91d44d5e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9168C-66EF-4472-BEAD-6D4C266B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FA3553-8BE8-44E6-85A2-CACB6FF3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398276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CF6E6D-815C-410D-9A7D-E0E08F22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0EF66-A8FE-4731-AD93-6EE7F0B2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95348-5C9F-440D-AF23-9AD40D98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04E2C-B52D-480E-8165-EAAFDE89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E52FD-68A9-43D4-9F66-5C6B169E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9808E4-049C-4D43-B309-CB4599AE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1x32x32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53A90-2298-488E-815F-C1EE7306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03B54-7B7B-4805-AA31-13A53865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F217B-BA93-4E5B-BD55-7C2FA1CF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56B3D-0D38-4D10-9937-A4312167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0F03C-365E-484D-9AAD-E2AC1BEA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0E1598-1FFF-47AA-BC19-493E3B01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48C42-B87A-4CE9-A7C1-0FC76CCC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757108-FB4D-41F5-86F2-FFC67237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C292D-838C-45D3-9861-DD44B64D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8CE45-AB1D-46D8-A3DC-8CE96AA9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88CB8D-BDA2-48EC-950D-3CDAA51F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675C3-080A-4EF3-B1D6-D22BBF2D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partial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3AD2C5-9656-46EE-91D8-AD15153A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17E9C2-034D-42E5-8D03-E85FB68F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A2337-1006-483B-B9A8-4F1ED658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3089DC-CA6D-4432-BA66-DEB7879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81AC48-0B97-4A62-AD36-D435AF1E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D0AC83-C0D7-43DA-A279-363589F7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6C6E27-11B4-4F0E-AC3F-0F0C9A49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C5/F6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6B96A2-A37D-4152-BB71-B37ACD92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D42B8-20F8-43E7-9793-241DBF33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6074B1-2C67-45E4-BF11-B94D3566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6A704C-037D-4B29-9582-EA4DF3DB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RBF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400199-2A3B-47E6-B994-18C5A7BB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penalties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D1D178-BE0E-47FD-92CC-6BC108D7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AD3765-9E9C-4F1E-8900-573ED132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8260380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EFB648-178A-4DE3-8368-AB295C6B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implementation follows the historical LeNet-5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5D087-DE7A-4E00-A777-0E2FC01B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main remaining difference is optimizer choice, not the architecture or output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2467A-4485-43A5-91C3-D351F20F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88C53-13F3-4451-A269-C2F1F2D9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CF305-BA17-41C1-A14D-14F52022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F6CFC-5B2E-4937-82D6-20EA140E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32x32 input, C1/S2/C3/S4/C5/F6 sizes, partial C3 connectivity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5E6B7-B652-43D4-910A-F4DF70BE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C1747-C882-407D-9F39-39946B0C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49C86-C57C-4E40-A22F-F6499056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fixed Euclidean RBF prototypes with 84-dimensional +1/-1 targets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81B0D-67AB-488A-BB78-55FF8DB2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9B7AE-736F-4CF5-83F1-560C8161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8D12D-D51B-4052-BE13-0D4CB0B6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MAP-style penalty loss; Adam optimizer used for reproducible PyTorch training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76708-1CA0-4B4E-9EDA-9FAFA4BF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374820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99EF15-561F-4585-B6FB-D5220D98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82252-6BE0-4E55-893E-DF5C8EF8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896CE-D376-4F21-B176-F58185D3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22D4C-F11E-4681-8C71-4E24BA1E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314A8-A4A8-4C34-AFC7-EE38C0E3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133A6-1AF3-4DB3-9306-E08A3E01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8AC61-3B56-4F58-8789-424F898D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BE135-7C24-4511-BDCB-499F34CB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B78D5-1CDE-44C4-BD6D-41CEA2C3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2D5BC3-B7AE-4600-9CCA-FA421BAD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F219D-1696-4D75-BB6E-3138268A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AD2F5-3665-4BEF-8849-82D66FB9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696F5-9671-45A2-AF71-53E7DBA0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Optimizer: Adam | Loss: LeNet MAP-style RBF penalty | Seed: 42 | Device: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07F75-0876-47FF-9AE4-D0915012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17186440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CD96B3-14A0-44A0-98EF-F3667C66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F1D75-2A5D-4255-B36E-18EC5429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5A2BA7-39B2-434D-B609-4E37734A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B5943-143C-4AD2-9312-CCDF95B3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98.64%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21B35-1530-4223-9A1F-BCCE5A63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76E325-BAB1-489D-97D6-28AEE496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2FC40-51EC-4365-B8B3-DDE7F2B5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0BC61-5725-44E2-94E7-775AC447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2837C-ACF5-4C4A-A13F-7E20FE44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1C5BCD-0B54-4F70-BB8C-61F4D143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29E3C-309E-4AF3-8A18-F7A866D3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125.94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3AA5E-4C64-48B1-8A39-2F2087F7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3732625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BC79F7-96E4-4C87-A8B8-DD46B3DB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8788D-8A8B-44E3-9303-199823FC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91628-EABE-4258-A6A5-EECC517A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15f820ec6407a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D701E-2B59-4B3C-A2B9-48A15B99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16763953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A1F37-39C0-41D2-B6F1-F419B0AD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5AF6A-38B5-44E1-9DE5-01527846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27015-DB1B-41D9-9779-1A0CFE24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44c7c46174d9e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CE308-DE9F-4F13-A831-47F9A014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841130-2D1F-4ACB-B97C-CF82AC4C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B3E51-2736-49CC-82B3-20AC725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9F65A-A977-42F1-8F60-FD30F499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3580D-91DA-4A6D-AD55-B5095E5A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2A8AE-5CBE-4066-BB8A-A1F35D42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7A08B-CE77-4B7A-ADF5-501FF0DB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D502D-D7CC-441E-95E1-26062E67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D5AF1-CB96-478F-829D-28E5DEDF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12643196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FDFC9A-7DD8-43A7-BE3C-259F50F8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78A34-C814-48A3-912A-F8345EFD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EDA7B-D915-457E-8A56-6B3A2C49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0114F-D35F-42FE-9EA1-03150D3A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4ED22-AEF4-4E6C-A8AD-AA2B9426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82739-DAE2-4BCC-B20B-81A52721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AF62F-BF34-4244-824F-4EBD6D94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1B55A-F670-48D9-9D7E-4EE70884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DC0EB-6097-4BBD-AFA0-918AAD07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9846B-F8BF-4720-8A83-D0063135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49A7FE-3D88-44E9-B8CB-8D6E61EA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D08EA-CA86-4689-AAF2-1106FCCB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88823-9977-43AE-97E5-BCFB3185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A69A6-1313-4E06-90B5-25697BC3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9B874-78B7-4F0F-8808-7438A4C0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72AF80-6D23-40F5-9B76-8D3585D9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16507626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2FC968-1146-4A20-B4C6-CE8B7291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5A6C3-D409-48D0-8A0E-019CAA7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A1DBA-B763-4915-8431-F422CDDC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29F52-95C6-4CD2-8697-391E96AA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7EDB4-D366-4758-BFE6-8D00325F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2CAAC-29CD-402B-824A-9B7ADFEA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62708-C216-4F46-AC56-F007BC2E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5B4B47-79BD-488B-BAE6-347D0A54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3DCC5-8AED-4F24-B305-F17BE59F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320F1-5532-422C-9123-1EFC7F47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0.18 points vs. the 0.95% run; 0.33 points vs. the best 0.8% figure.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40A86E-1D0B-4A3B-921A-D99B6145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6416304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4A076D-3226-406E-9920-D8431965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0CD50A-9B35-43FC-A2DC-E09B65B9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27523-8077-46C9-8822-67E99523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C8D50-786C-46C7-BD2B-6F59AEC8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7A27E-844A-426F-889B-FF9515D8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9BA68-40DE-4439-8C7E-BD8178B0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EA6A4-C6D0-49F6-BA88-3D6CC809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1807D-4C27-481A-8261-95EC6D37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5578D0-04C1-4D22-BC89-A560EBDE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padded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C3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Fixed RBF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MAP-style loss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Adam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96A4E-D648-4E90-970F-C99C46EC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A2B00-C203-4D5A-8269-83ED50FD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A0008-4F33-4FC8-A5BE-DD16FCD4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Historical architecture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60,000 parameters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comparison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Still easy to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Honest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4D1E8-B2D6-49D4-B0AA-A9DFD15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4842438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832B9E-2778-4213-967E-B769B219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E1597-2D8C-45DF-B132-01382345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0.31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137FB-1769-4F92-9CF1-BA8AAB8E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4917E-8F17-4A65-9D5B-80347757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4BA42-B9D3-4217-8F93-BA371F01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56480-5F59-4C54-B105-2F0FB3E4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D5240-B655-44F3-8537-820052EA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98.87%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54698-46E8-43AB-8887-F7611218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4DD5D4-6C24-494F-9EA5-06506320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F7E37-8F80-419D-A87D-B8979ECA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7F733-47F9-4389-A545-B4EA9776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125.94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C85E5-9664-44C3-B8AA-4D815F35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72D8B-EE6B-4018-80AD-8CBCEAFE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AB169-FD57-4F53-AE78-7D25A9DB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9FC83-0629-4E1F-BEBE-8EB04468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1BA68-077C-4BDC-BE36-4436CBD3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8AA5A-D3D2-4F48-AE85-40E53D8C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39D09-4878-44C4-AAEB-16F62A4A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110493-B161-44CF-8D8F-962E5C3E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4433E-072C-43AA-80DB-D3A09B59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50D8EF-1E44-48B2-B066-0ACF08F1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4A03FD-A512-4AD1-8691-CEC403D8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72B349-D410-4F11-9A0E-33CB6B35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195012-BA52-40F4-B194-43FB85E3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AD24CE-FC0C-4685-A93F-D30889EF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15404400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53C451-7B55-4065-96DB-1592773E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2163D-026F-41D2-87D3-4116A7F1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D7EC5-AA15-4D38-AB2A-F62C8183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10708-A4B5-4508-B0DD-7DCE3CB4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B597F-4F24-404E-AC36-91C60FD5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B6A3E-05B7-454B-97D0-1B631C26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5FC91C-4A1E-4EF6-8518-5F292054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C4B97-D9AD-4F97-A436-75F2E7C7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48AED-2BA0-4C83-9A1D-3F37B8C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98.87% test accuracy with a 60,000-parameter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8D73B-3201-45F4-BF38-54597F2D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5F61A-9902-4237-AA0B-A2908580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92926-1E3C-4406-A5AF-BC6672A7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1C7CEC-09DC-4F2D-88BC-8C1730E0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EDE0E-5978-4E56-AEC6-50814160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3BD1D-5CA3-4AC0-BE77-48CE7F28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629193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2026-07-01T16:19:14.2440000Z</dcterms:created>
  <dcterms:modified xsi:type="dcterms:W3CDTF">2026-07-01T16:19:14.2440000Z</dcterms:modified>
</coreProperties>
</file>