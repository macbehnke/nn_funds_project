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22510A-5677-46D8-840A-21077ADA986F}" v="1" dt="2026-07-02T07:50:42.1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115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iej Behnke" userId="1d6945cfbf99704d" providerId="LiveId" clId="{E058819C-339E-4264-8E0E-EC02F9D68415}"/>
    <pc:docChg chg="custSel delSld modSld">
      <pc:chgData name="Maciej Behnke" userId="1d6945cfbf99704d" providerId="LiveId" clId="{E058819C-339E-4264-8E0E-EC02F9D68415}" dt="2026-07-02T07:54:34.043" v="177" actId="14100"/>
      <pc:docMkLst>
        <pc:docMk/>
      </pc:docMkLst>
      <pc:sldChg chg="delSp modSp mod">
        <pc:chgData name="Maciej Behnke" userId="1d6945cfbf99704d" providerId="LiveId" clId="{E058819C-339E-4264-8E0E-EC02F9D68415}" dt="2026-07-02T07:54:34.043" v="177" actId="14100"/>
        <pc:sldMkLst>
          <pc:docMk/>
          <pc:sldMk cId="193787304" sldId="256"/>
        </pc:sldMkLst>
        <pc:spChg chg="mod">
          <ac:chgData name="Maciej Behnke" userId="1d6945cfbf99704d" providerId="LiveId" clId="{E058819C-339E-4264-8E0E-EC02F9D68415}" dt="2026-07-02T07:50:05.998" v="125" actId="14100"/>
          <ac:spMkLst>
            <pc:docMk/>
            <pc:sldMk cId="193787304" sldId="256"/>
            <ac:spMk id="2" creationId="{2665AC45-1E34-4E79-98E5-8BFD59447569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3" creationId="{E65E4750-1C83-4B1F-83B5-6BF2CAFFF621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4" creationId="{18A8B54B-9E2E-462C-B8E1-271B168D9B3B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5" creationId="{27F611EE-2246-4383-A15D-CAEBE04FF569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6" creationId="{A77EB03C-8D57-47D3-AE5E-CD14B5639D6D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7" creationId="{85584718-58C7-442A-BE3C-F75214EF5BF3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8" creationId="{732E06A3-4ED4-447A-B402-4B96B1114DA8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9" creationId="{08E1E130-A717-4E45-8287-0954B40165BC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10" creationId="{A6BA16E7-D095-4564-B6A3-A97B94D041C3}"/>
          </ac:spMkLst>
        </pc:spChg>
        <pc:spChg chg="del">
          <ac:chgData name="Maciej Behnke" userId="1d6945cfbf99704d" providerId="LiveId" clId="{E058819C-339E-4264-8E0E-EC02F9D68415}" dt="2026-07-02T07:54:12.596" v="150" actId="478"/>
          <ac:spMkLst>
            <pc:docMk/>
            <pc:sldMk cId="193787304" sldId="256"/>
            <ac:spMk id="11" creationId="{EA4CE4D4-4657-4C9F-879D-898D47832659}"/>
          </ac:spMkLst>
        </pc:spChg>
        <pc:spChg chg="mod">
          <ac:chgData name="Maciej Behnke" userId="1d6945cfbf99704d" providerId="LiveId" clId="{E058819C-339E-4264-8E0E-EC02F9D68415}" dt="2026-07-02T07:54:34.043" v="177" actId="14100"/>
          <ac:spMkLst>
            <pc:docMk/>
            <pc:sldMk cId="193787304" sldId="256"/>
            <ac:spMk id="12" creationId="{25B53390-111A-49BA-9A54-04152EE23681}"/>
          </ac:spMkLst>
        </pc:spChg>
        <pc:spChg chg="del">
          <ac:chgData name="Maciej Behnke" userId="1d6945cfbf99704d" providerId="LiveId" clId="{E058819C-339E-4264-8E0E-EC02F9D68415}" dt="2026-07-02T07:54:08.481" v="149" actId="478"/>
          <ac:spMkLst>
            <pc:docMk/>
            <pc:sldMk cId="193787304" sldId="256"/>
            <ac:spMk id="13" creationId="{C044B6ED-BA07-4A7F-A244-ADB0E0BA4DAA}"/>
          </ac:spMkLst>
        </pc:spChg>
      </pc:sldChg>
      <pc:sldChg chg="delSp modSp mod">
        <pc:chgData name="Maciej Behnke" userId="1d6945cfbf99704d" providerId="LiveId" clId="{E058819C-339E-4264-8E0E-EC02F9D68415}" dt="2026-07-02T07:54:05.342" v="148" actId="478"/>
        <pc:sldMkLst>
          <pc:docMk/>
          <pc:sldMk cId="1264200288" sldId="257"/>
        </pc:sldMkLst>
        <pc:spChg chg="mod">
          <ac:chgData name="Maciej Behnke" userId="1d6945cfbf99704d" providerId="LiveId" clId="{E058819C-339E-4264-8E0E-EC02F9D68415}" dt="2026-07-02T07:50:10.495" v="126" actId="14100"/>
          <ac:spMkLst>
            <pc:docMk/>
            <pc:sldMk cId="1264200288" sldId="257"/>
            <ac:spMk id="9" creationId="{FF4AE366-8A2C-4526-A7C5-4E9339882646}"/>
          </ac:spMkLst>
        </pc:spChg>
        <pc:spChg chg="del">
          <ac:chgData name="Maciej Behnke" userId="1d6945cfbf99704d" providerId="LiveId" clId="{E058819C-339E-4264-8E0E-EC02F9D68415}" dt="2026-07-02T07:54:05.342" v="148" actId="478"/>
          <ac:spMkLst>
            <pc:docMk/>
            <pc:sldMk cId="1264200288" sldId="257"/>
            <ac:spMk id="14" creationId="{F6FE3CD5-18E5-4A7C-A023-BA3F8F2A4634}"/>
          </ac:spMkLst>
        </pc:spChg>
      </pc:sldChg>
      <pc:sldChg chg="addSp delSp modSp mod">
        <pc:chgData name="Maciej Behnke" userId="1d6945cfbf99704d" providerId="LiveId" clId="{E058819C-339E-4264-8E0E-EC02F9D68415}" dt="2026-07-02T07:54:01.536" v="147" actId="478"/>
        <pc:sldMkLst>
          <pc:docMk/>
          <pc:sldMk cId="1189566731" sldId="258"/>
        </pc:sldMkLst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5" creationId="{9C301011-88AA-4AD4-A2C5-30B02DBD2374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7" creationId="{B423E48D-0EBE-480F-B084-CBAB2CF4139F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9" creationId="{156598E8-8412-49A3-85C6-5A7C6AD54F1A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11" creationId="{8F3464F9-DEC5-49BD-A0A4-5CEC43934F5C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14" creationId="{9D8ACC0B-F5C0-472B-BF62-9E81A74EF62F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18" creationId="{D210129B-FDB4-487C-A22C-7893DEB21A9A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20" creationId="{0D59FDC1-C748-485B-82BA-A3FE38513141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22" creationId="{5A6D8E82-CC56-4C5B-88FA-5565CB9F243E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24" creationId="{CFBAF9AD-D25B-403F-927F-8D92B5E7872D}"/>
          </ac:spMkLst>
        </pc:spChg>
        <pc:spChg chg="del">
          <ac:chgData name="Maciej Behnke" userId="1d6945cfbf99704d" providerId="LiveId" clId="{E058819C-339E-4264-8E0E-EC02F9D68415}" dt="2026-07-02T07:50:52.652" v="131" actId="478"/>
          <ac:spMkLst>
            <pc:docMk/>
            <pc:sldMk cId="1189566731" sldId="258"/>
            <ac:spMk id="25" creationId="{89BF1C43-250B-4CF2-8EC5-4CC99B86A7A5}"/>
          </ac:spMkLst>
        </pc:spChg>
        <pc:spChg chg="mod">
          <ac:chgData name="Maciej Behnke" userId="1d6945cfbf99704d" providerId="LiveId" clId="{E058819C-339E-4264-8E0E-EC02F9D68415}" dt="2026-07-02T07:50:58.301" v="133" actId="1076"/>
          <ac:spMkLst>
            <pc:docMk/>
            <pc:sldMk cId="1189566731" sldId="258"/>
            <ac:spMk id="31" creationId="{1EAAC505-014C-49EA-99FC-C74CB2DF7571}"/>
          </ac:spMkLst>
        </pc:spChg>
        <pc:spChg chg="del">
          <ac:chgData name="Maciej Behnke" userId="1d6945cfbf99704d" providerId="LiveId" clId="{E058819C-339E-4264-8E0E-EC02F9D68415}" dt="2026-07-02T07:54:01.536" v="147" actId="478"/>
          <ac:spMkLst>
            <pc:docMk/>
            <pc:sldMk cId="1189566731" sldId="258"/>
            <ac:spMk id="32" creationId="{E12B7EFE-4C37-40C4-970A-25B45C80DEEA}"/>
          </ac:spMkLst>
        </pc:spChg>
        <pc:spChg chg="mod">
          <ac:chgData name="Maciej Behnke" userId="1d6945cfbf99704d" providerId="LiveId" clId="{E058819C-339E-4264-8E0E-EC02F9D68415}" dt="2026-07-02T06:19:15.836" v="0" actId="14100"/>
          <ac:spMkLst>
            <pc:docMk/>
            <pc:sldMk cId="1189566731" sldId="258"/>
            <ac:spMk id="33" creationId="{5322833A-2DF4-4FF0-989A-716852A243BC}"/>
          </ac:spMkLst>
        </pc:spChg>
        <pc:picChg chg="add mod">
          <ac:chgData name="Maciej Behnke" userId="1d6945cfbf99704d" providerId="LiveId" clId="{E058819C-339E-4264-8E0E-EC02F9D68415}" dt="2026-07-02T07:51:04.677" v="135" actId="1076"/>
          <ac:picMkLst>
            <pc:docMk/>
            <pc:sldMk cId="1189566731" sldId="258"/>
            <ac:picMk id="34" creationId="{7370E5C1-A31B-3E1F-2223-FBA5C7D35154}"/>
          </ac:picMkLst>
        </pc:picChg>
      </pc:sldChg>
      <pc:sldChg chg="addSp delSp modSp del mod">
        <pc:chgData name="Maciej Behnke" userId="1d6945cfbf99704d" providerId="LiveId" clId="{E058819C-339E-4264-8E0E-EC02F9D68415}" dt="2026-07-02T07:51:17.259" v="136" actId="47"/>
        <pc:sldMkLst>
          <pc:docMk/>
          <pc:sldMk cId="615704401" sldId="259"/>
        </pc:sldMkLst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4" creationId="{43F1EA96-1160-45A6-81A9-87D0E77EF2A7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5" creationId="{F28808EA-CF9E-400A-82BF-A6DA8C682355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6" creationId="{08C000A6-EB07-4D6E-9A6D-5EBE523DE7A0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7" creationId="{3D57B623-8326-4B4D-BE1A-852FEA58B141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8" creationId="{8B5D857B-7FE4-4BF5-9C68-705872F38648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9" creationId="{B4ED2F35-9B5C-42FB-86B6-A3F4A477F59D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10" creationId="{CBDB78AB-AE1C-4914-8D67-B8D9AFE1F653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11" creationId="{B282A15E-CFB3-478C-BDAD-1933D178B665}"/>
          </ac:spMkLst>
        </pc:spChg>
        <pc:spChg chg="mod">
          <ac:chgData name="Maciej Behnke" userId="1d6945cfbf99704d" providerId="LiveId" clId="{E058819C-339E-4264-8E0E-EC02F9D68415}" dt="2026-07-02T07:50:39.045" v="128" actId="1076"/>
          <ac:spMkLst>
            <pc:docMk/>
            <pc:sldMk cId="615704401" sldId="259"/>
            <ac:spMk id="12" creationId="{EDDA7D63-63DF-4442-BC1E-0378079719B9}"/>
          </ac:spMkLst>
        </pc:spChg>
        <pc:spChg chg="mod">
          <ac:chgData name="Maciej Behnke" userId="1d6945cfbf99704d" providerId="LiveId" clId="{E058819C-339E-4264-8E0E-EC02F9D68415}" dt="2026-07-02T06:19:19.107" v="1" actId="14100"/>
          <ac:spMkLst>
            <pc:docMk/>
            <pc:sldMk cId="615704401" sldId="259"/>
            <ac:spMk id="14" creationId="{D3DD79BF-CAF3-4B8F-8385-B419582C24A6}"/>
          </ac:spMkLst>
        </pc:spChg>
        <pc:picChg chg="add del mod">
          <ac:chgData name="Maciej Behnke" userId="1d6945cfbf99704d" providerId="LiveId" clId="{E058819C-339E-4264-8E0E-EC02F9D68415}" dt="2026-07-02T07:50:31.921" v="127" actId="21"/>
          <ac:picMkLst>
            <pc:docMk/>
            <pc:sldMk cId="615704401" sldId="259"/>
            <ac:picMk id="16" creationId="{7370E5C1-A31B-3E1F-2223-FBA5C7D35154}"/>
          </ac:picMkLst>
        </pc:picChg>
      </pc:sldChg>
      <pc:sldChg chg="del">
        <pc:chgData name="Maciej Behnke" userId="1d6945cfbf99704d" providerId="LiveId" clId="{E058819C-339E-4264-8E0E-EC02F9D68415}" dt="2026-07-02T07:51:41.743" v="137" actId="47"/>
        <pc:sldMkLst>
          <pc:docMk/>
          <pc:sldMk cId="1028389053" sldId="260"/>
        </pc:sldMkLst>
      </pc:sldChg>
      <pc:sldChg chg="delSp modSp mod">
        <pc:chgData name="Maciej Behnke" userId="1d6945cfbf99704d" providerId="LiveId" clId="{E058819C-339E-4264-8E0E-EC02F9D68415}" dt="2026-07-02T07:53:58.893" v="146" actId="478"/>
        <pc:sldMkLst>
          <pc:docMk/>
          <pc:sldMk cId="2067427012" sldId="261"/>
        </pc:sldMkLst>
        <pc:spChg chg="mod">
          <ac:chgData name="Maciej Behnke" userId="1d6945cfbf99704d" providerId="LiveId" clId="{E058819C-339E-4264-8E0E-EC02F9D68415}" dt="2026-07-02T06:19:38.011" v="5" actId="14100"/>
          <ac:spMkLst>
            <pc:docMk/>
            <pc:sldMk cId="2067427012" sldId="261"/>
            <ac:spMk id="10" creationId="{F64D48BC-6E17-446F-BEBC-00A23599F5CD}"/>
          </ac:spMkLst>
        </pc:spChg>
        <pc:spChg chg="mod">
          <ac:chgData name="Maciej Behnke" userId="1d6945cfbf99704d" providerId="LiveId" clId="{E058819C-339E-4264-8E0E-EC02F9D68415}" dt="2026-07-02T06:19:33.504" v="4" actId="14100"/>
          <ac:spMkLst>
            <pc:docMk/>
            <pc:sldMk cId="2067427012" sldId="261"/>
            <ac:spMk id="11" creationId="{6F156E34-DC26-4265-85D6-E1E583A303B2}"/>
          </ac:spMkLst>
        </pc:spChg>
        <pc:spChg chg="del">
          <ac:chgData name="Maciej Behnke" userId="1d6945cfbf99704d" providerId="LiveId" clId="{E058819C-339E-4264-8E0E-EC02F9D68415}" dt="2026-07-02T07:53:58.893" v="146" actId="478"/>
          <ac:spMkLst>
            <pc:docMk/>
            <pc:sldMk cId="2067427012" sldId="261"/>
            <ac:spMk id="12" creationId="{43F7F2FB-993C-446E-A68A-5060D0D0FD19}"/>
          </ac:spMkLst>
        </pc:spChg>
      </pc:sldChg>
      <pc:sldChg chg="delSp mod">
        <pc:chgData name="Maciej Behnke" userId="1d6945cfbf99704d" providerId="LiveId" clId="{E058819C-339E-4264-8E0E-EC02F9D68415}" dt="2026-07-02T07:53:56.056" v="145" actId="478"/>
        <pc:sldMkLst>
          <pc:docMk/>
          <pc:sldMk cId="1037043190" sldId="262"/>
        </pc:sldMkLst>
        <pc:spChg chg="del">
          <ac:chgData name="Maciej Behnke" userId="1d6945cfbf99704d" providerId="LiveId" clId="{E058819C-339E-4264-8E0E-EC02F9D68415}" dt="2026-07-02T07:53:56.056" v="145" actId="478"/>
          <ac:spMkLst>
            <pc:docMk/>
            <pc:sldMk cId="1037043190" sldId="262"/>
            <ac:spMk id="5" creationId="{16DD8BF0-F0BC-411C-AECE-F07EFF8F2CBE}"/>
          </ac:spMkLst>
        </pc:spChg>
      </pc:sldChg>
      <pc:sldChg chg="delSp modSp mod">
        <pc:chgData name="Maciej Behnke" userId="1d6945cfbf99704d" providerId="LiveId" clId="{E058819C-339E-4264-8E0E-EC02F9D68415}" dt="2026-07-02T07:53:53.788" v="144" actId="478"/>
        <pc:sldMkLst>
          <pc:docMk/>
          <pc:sldMk cId="388683683" sldId="263"/>
        </pc:sldMkLst>
        <pc:spChg chg="mod">
          <ac:chgData name="Maciej Behnke" userId="1d6945cfbf99704d" providerId="LiveId" clId="{E058819C-339E-4264-8E0E-EC02F9D68415}" dt="2026-07-02T06:19:44.130" v="6" actId="14100"/>
          <ac:spMkLst>
            <pc:docMk/>
            <pc:sldMk cId="388683683" sldId="263"/>
            <ac:spMk id="10" creationId="{1FE2FABA-E2F2-4FDD-B9B5-D2838ECBFA6D}"/>
          </ac:spMkLst>
        </pc:spChg>
        <pc:spChg chg="del">
          <ac:chgData name="Maciej Behnke" userId="1d6945cfbf99704d" providerId="LiveId" clId="{E058819C-339E-4264-8E0E-EC02F9D68415}" dt="2026-07-02T07:53:53.788" v="144" actId="478"/>
          <ac:spMkLst>
            <pc:docMk/>
            <pc:sldMk cId="388683683" sldId="263"/>
            <ac:spMk id="13" creationId="{868500DC-05E4-4C07-8D82-85DDA4B851F9}"/>
          </ac:spMkLst>
        </pc:spChg>
      </pc:sldChg>
      <pc:sldChg chg="addSp delSp modSp mod">
        <pc:chgData name="Maciej Behnke" userId="1d6945cfbf99704d" providerId="LiveId" clId="{E058819C-339E-4264-8E0E-EC02F9D68415}" dt="2026-07-02T07:53:50.320" v="143" actId="478"/>
        <pc:sldMkLst>
          <pc:docMk/>
          <pc:sldMk cId="1801730434" sldId="264"/>
        </pc:sldMkLst>
        <pc:spChg chg="mod">
          <ac:chgData name="Maciej Behnke" userId="1d6945cfbf99704d" providerId="LiveId" clId="{E058819C-339E-4264-8E0E-EC02F9D68415}" dt="2026-07-02T06:28:15.102" v="11" actId="1076"/>
          <ac:spMkLst>
            <pc:docMk/>
            <pc:sldMk cId="1801730434" sldId="264"/>
            <ac:spMk id="5" creationId="{6EB52C5E-5BE6-4EE5-A942-DBEE5AE9A7F7}"/>
          </ac:spMkLst>
        </pc:spChg>
        <pc:spChg chg="mod">
          <ac:chgData name="Maciej Behnke" userId="1d6945cfbf99704d" providerId="LiveId" clId="{E058819C-339E-4264-8E0E-EC02F9D68415}" dt="2026-07-02T06:28:25.816" v="12" actId="14100"/>
          <ac:spMkLst>
            <pc:docMk/>
            <pc:sldMk cId="1801730434" sldId="264"/>
            <ac:spMk id="6" creationId="{F4A0F897-F7D2-46E3-AF8C-951A348B1AC3}"/>
          </ac:spMkLst>
        </pc:spChg>
        <pc:spChg chg="mod">
          <ac:chgData name="Maciej Behnke" userId="1d6945cfbf99704d" providerId="LiveId" clId="{E058819C-339E-4264-8E0E-EC02F9D68415}" dt="2026-07-02T06:28:15.102" v="11" actId="1076"/>
          <ac:spMkLst>
            <pc:docMk/>
            <pc:sldMk cId="1801730434" sldId="264"/>
            <ac:spMk id="7" creationId="{440E8055-7A56-43D8-ACAD-66BAB5BF5408}"/>
          </ac:spMkLst>
        </pc:spChg>
        <pc:spChg chg="mod">
          <ac:chgData name="Maciej Behnke" userId="1d6945cfbf99704d" providerId="LiveId" clId="{E058819C-339E-4264-8E0E-EC02F9D68415}" dt="2026-07-02T06:28:25.816" v="12" actId="14100"/>
          <ac:spMkLst>
            <pc:docMk/>
            <pc:sldMk cId="1801730434" sldId="264"/>
            <ac:spMk id="8" creationId="{3350547C-8115-46C8-ACD3-5129A14DD05A}"/>
          </ac:spMkLst>
        </pc:spChg>
        <pc:spChg chg="mod">
          <ac:chgData name="Maciej Behnke" userId="1d6945cfbf99704d" providerId="LiveId" clId="{E058819C-339E-4264-8E0E-EC02F9D68415}" dt="2026-07-02T06:28:15.102" v="11" actId="1076"/>
          <ac:spMkLst>
            <pc:docMk/>
            <pc:sldMk cId="1801730434" sldId="264"/>
            <ac:spMk id="9" creationId="{6F6E004E-3031-4E74-BDB7-63A57D0B9223}"/>
          </ac:spMkLst>
        </pc:spChg>
        <pc:spChg chg="mod">
          <ac:chgData name="Maciej Behnke" userId="1d6945cfbf99704d" providerId="LiveId" clId="{E058819C-339E-4264-8E0E-EC02F9D68415}" dt="2026-07-02T06:28:25.816" v="12" actId="14100"/>
          <ac:spMkLst>
            <pc:docMk/>
            <pc:sldMk cId="1801730434" sldId="264"/>
            <ac:spMk id="10" creationId="{27067BAD-9D17-45E3-9AC7-6689A55CB825}"/>
          </ac:spMkLst>
        </pc:spChg>
        <pc:spChg chg="mod">
          <ac:chgData name="Maciej Behnke" userId="1d6945cfbf99704d" providerId="LiveId" clId="{E058819C-339E-4264-8E0E-EC02F9D68415}" dt="2026-07-02T06:28:15.102" v="11" actId="1076"/>
          <ac:spMkLst>
            <pc:docMk/>
            <pc:sldMk cId="1801730434" sldId="264"/>
            <ac:spMk id="11" creationId="{1A820BC7-D552-453D-AB9B-4FD9BBFAEBDF}"/>
          </ac:spMkLst>
        </pc:spChg>
        <pc:spChg chg="mod">
          <ac:chgData name="Maciej Behnke" userId="1d6945cfbf99704d" providerId="LiveId" clId="{E058819C-339E-4264-8E0E-EC02F9D68415}" dt="2026-07-02T06:28:25.816" v="12" actId="14100"/>
          <ac:spMkLst>
            <pc:docMk/>
            <pc:sldMk cId="1801730434" sldId="264"/>
            <ac:spMk id="12" creationId="{E7E08243-D6E2-4523-8488-F299C93C0B11}"/>
          </ac:spMkLst>
        </pc:spChg>
        <pc:spChg chg="del">
          <ac:chgData name="Maciej Behnke" userId="1d6945cfbf99704d" providerId="LiveId" clId="{E058819C-339E-4264-8E0E-EC02F9D68415}" dt="2026-07-02T07:53:50.320" v="143" actId="478"/>
          <ac:spMkLst>
            <pc:docMk/>
            <pc:sldMk cId="1801730434" sldId="264"/>
            <ac:spMk id="13" creationId="{AA35E394-8365-4ECE-B2E6-52E0A4767547}"/>
          </ac:spMkLst>
        </pc:spChg>
        <pc:picChg chg="add mod">
          <ac:chgData name="Maciej Behnke" userId="1d6945cfbf99704d" providerId="LiveId" clId="{E058819C-339E-4264-8E0E-EC02F9D68415}" dt="2026-07-02T06:28:08.655" v="10" actId="1076"/>
          <ac:picMkLst>
            <pc:docMk/>
            <pc:sldMk cId="1801730434" sldId="264"/>
            <ac:picMk id="15" creationId="{7EBBAB53-9F7A-EF20-15DD-DB7DEC7AB086}"/>
          </ac:picMkLst>
        </pc:picChg>
        <pc:picChg chg="del">
          <ac:chgData name="Maciej Behnke" userId="1d6945cfbf99704d" providerId="LiveId" clId="{E058819C-339E-4264-8E0E-EC02F9D68415}" dt="2026-07-02T06:27:47.525" v="7" actId="478"/>
          <ac:picMkLst>
            <pc:docMk/>
            <pc:sldMk cId="1801730434" sldId="264"/>
            <ac:picMk id="17" creationId="{00000000-0000-0000-0000-000000000000}"/>
          </ac:picMkLst>
        </pc:picChg>
      </pc:sldChg>
      <pc:sldChg chg="delSp mod">
        <pc:chgData name="Maciej Behnke" userId="1d6945cfbf99704d" providerId="LiveId" clId="{E058819C-339E-4264-8E0E-EC02F9D68415}" dt="2026-07-02T07:53:47.596" v="142" actId="478"/>
        <pc:sldMkLst>
          <pc:docMk/>
          <pc:sldMk cId="1768075561" sldId="265"/>
        </pc:sldMkLst>
        <pc:spChg chg="del">
          <ac:chgData name="Maciej Behnke" userId="1d6945cfbf99704d" providerId="LiveId" clId="{E058819C-339E-4264-8E0E-EC02F9D68415}" dt="2026-07-02T07:53:47.596" v="142" actId="478"/>
          <ac:spMkLst>
            <pc:docMk/>
            <pc:sldMk cId="1768075561" sldId="265"/>
            <ac:spMk id="16" creationId="{43E89D8B-0E04-466A-A6DB-EEDB1B9A4B9A}"/>
          </ac:spMkLst>
        </pc:spChg>
      </pc:sldChg>
      <pc:sldChg chg="delSp mod">
        <pc:chgData name="Maciej Behnke" userId="1d6945cfbf99704d" providerId="LiveId" clId="{E058819C-339E-4264-8E0E-EC02F9D68415}" dt="2026-07-02T07:53:45.665" v="141" actId="478"/>
        <pc:sldMkLst>
          <pc:docMk/>
          <pc:sldMk cId="196545555" sldId="266"/>
        </pc:sldMkLst>
        <pc:spChg chg="del">
          <ac:chgData name="Maciej Behnke" userId="1d6945cfbf99704d" providerId="LiveId" clId="{E058819C-339E-4264-8E0E-EC02F9D68415}" dt="2026-07-02T07:53:45.665" v="141" actId="478"/>
          <ac:spMkLst>
            <pc:docMk/>
            <pc:sldMk cId="196545555" sldId="266"/>
            <ac:spMk id="11" creationId="{4828AACB-4630-48FE-9C25-BFBD1B51E0C8}"/>
          </ac:spMkLst>
        </pc:spChg>
      </pc:sldChg>
      <pc:sldChg chg="del">
        <pc:chgData name="Maciej Behnke" userId="1d6945cfbf99704d" providerId="LiveId" clId="{E058819C-339E-4264-8E0E-EC02F9D68415}" dt="2026-07-02T07:53:25.678" v="138" actId="47"/>
        <pc:sldMkLst>
          <pc:docMk/>
          <pc:sldMk cId="1665686786" sldId="267"/>
        </pc:sldMkLst>
      </pc:sldChg>
      <pc:sldChg chg="delSp mod">
        <pc:chgData name="Maciej Behnke" userId="1d6945cfbf99704d" providerId="LiveId" clId="{E058819C-339E-4264-8E0E-EC02F9D68415}" dt="2026-07-02T07:53:43.062" v="140" actId="478"/>
        <pc:sldMkLst>
          <pc:docMk/>
          <pc:sldMk cId="482904040" sldId="268"/>
        </pc:sldMkLst>
        <pc:spChg chg="del">
          <ac:chgData name="Maciej Behnke" userId="1d6945cfbf99704d" providerId="LiveId" clId="{E058819C-339E-4264-8E0E-EC02F9D68415}" dt="2026-07-02T07:53:43.062" v="140" actId="478"/>
          <ac:spMkLst>
            <pc:docMk/>
            <pc:sldMk cId="482904040" sldId="268"/>
            <ac:spMk id="25" creationId="{ED23986A-B5B6-4D0A-8896-9889342E5DCD}"/>
          </ac:spMkLst>
        </pc:spChg>
      </pc:sldChg>
      <pc:sldChg chg="delSp modSp mod">
        <pc:chgData name="Maciej Behnke" userId="1d6945cfbf99704d" providerId="LiveId" clId="{E058819C-339E-4264-8E0E-EC02F9D68415}" dt="2026-07-02T07:53:40.535" v="139" actId="478"/>
        <pc:sldMkLst>
          <pc:docMk/>
          <pc:sldMk cId="1932021016" sldId="269"/>
        </pc:sldMkLst>
        <pc:spChg chg="del">
          <ac:chgData name="Maciej Behnke" userId="1d6945cfbf99704d" providerId="LiveId" clId="{E058819C-339E-4264-8E0E-EC02F9D68415}" dt="2026-07-02T07:49:45.972" v="104" actId="478"/>
          <ac:spMkLst>
            <pc:docMk/>
            <pc:sldMk cId="1932021016" sldId="269"/>
            <ac:spMk id="6" creationId="{BA6B9ABF-3891-4C35-9006-24488A1113D1}"/>
          </ac:spMkLst>
        </pc:spChg>
        <pc:spChg chg="del">
          <ac:chgData name="Maciej Behnke" userId="1d6945cfbf99704d" providerId="LiveId" clId="{E058819C-339E-4264-8E0E-EC02F9D68415}" dt="2026-07-02T07:49:44.080" v="103" actId="478"/>
          <ac:spMkLst>
            <pc:docMk/>
            <pc:sldMk cId="1932021016" sldId="269"/>
            <ac:spMk id="7" creationId="{00FF3461-8599-41CB-B0AB-66B85AF4DB66}"/>
          </ac:spMkLst>
        </pc:spChg>
        <pc:spChg chg="mod">
          <ac:chgData name="Maciej Behnke" userId="1d6945cfbf99704d" providerId="LiveId" clId="{E058819C-339E-4264-8E0E-EC02F9D68415}" dt="2026-07-02T07:49:54.479" v="123" actId="1035"/>
          <ac:spMkLst>
            <pc:docMk/>
            <pc:sldMk cId="1932021016" sldId="269"/>
            <ac:spMk id="8" creationId="{1C5C05C7-179F-4B1A-B9C0-8714DF17A62B}"/>
          </ac:spMkLst>
        </pc:spChg>
        <pc:spChg chg="mod">
          <ac:chgData name="Maciej Behnke" userId="1d6945cfbf99704d" providerId="LiveId" clId="{E058819C-339E-4264-8E0E-EC02F9D68415}" dt="2026-07-02T07:49:54.479" v="123" actId="1035"/>
          <ac:spMkLst>
            <pc:docMk/>
            <pc:sldMk cId="1932021016" sldId="269"/>
            <ac:spMk id="9" creationId="{DBB64F9F-EFB5-49E5-8F34-2ECB2A4DAE30}"/>
          </ac:spMkLst>
        </pc:spChg>
        <pc:spChg chg="mod">
          <ac:chgData name="Maciej Behnke" userId="1d6945cfbf99704d" providerId="LiveId" clId="{E058819C-339E-4264-8E0E-EC02F9D68415}" dt="2026-07-02T07:49:54.479" v="123" actId="1035"/>
          <ac:spMkLst>
            <pc:docMk/>
            <pc:sldMk cId="1932021016" sldId="269"/>
            <ac:spMk id="10" creationId="{D66B0CDA-412B-4508-8E4D-8E40D9AFF4BC}"/>
          </ac:spMkLst>
        </pc:spChg>
        <pc:spChg chg="mod">
          <ac:chgData name="Maciej Behnke" userId="1d6945cfbf99704d" providerId="LiveId" clId="{E058819C-339E-4264-8E0E-EC02F9D68415}" dt="2026-07-02T07:49:54.479" v="123" actId="1035"/>
          <ac:spMkLst>
            <pc:docMk/>
            <pc:sldMk cId="1932021016" sldId="269"/>
            <ac:spMk id="11" creationId="{2A72BE03-92F6-4C9A-B5A1-70EE7CD3304F}"/>
          </ac:spMkLst>
        </pc:spChg>
        <pc:spChg chg="mod">
          <ac:chgData name="Maciej Behnke" userId="1d6945cfbf99704d" providerId="LiveId" clId="{E058819C-339E-4264-8E0E-EC02F9D68415}" dt="2026-07-02T07:49:40.685" v="102" actId="14100"/>
          <ac:spMkLst>
            <pc:docMk/>
            <pc:sldMk cId="1932021016" sldId="269"/>
            <ac:spMk id="12" creationId="{D61EAE64-93EA-4807-B990-DD5E02D285C7}"/>
          </ac:spMkLst>
        </pc:spChg>
        <pc:spChg chg="del">
          <ac:chgData name="Maciej Behnke" userId="1d6945cfbf99704d" providerId="LiveId" clId="{E058819C-339E-4264-8E0E-EC02F9D68415}" dt="2026-07-02T07:53:40.535" v="139" actId="478"/>
          <ac:spMkLst>
            <pc:docMk/>
            <pc:sldMk cId="1932021016" sldId="269"/>
            <ac:spMk id="15" creationId="{F83D1E77-A878-4CD0-BFD1-480E940C8548}"/>
          </ac:spMkLst>
        </pc:spChg>
        <pc:spChg chg="mod">
          <ac:chgData name="Maciej Behnke" userId="1d6945cfbf99704d" providerId="LiveId" clId="{E058819C-339E-4264-8E0E-EC02F9D68415}" dt="2026-07-02T07:49:58.873" v="124" actId="14100"/>
          <ac:spMkLst>
            <pc:docMk/>
            <pc:sldMk cId="1932021016" sldId="269"/>
            <ac:spMk id="16" creationId="{8F785CDE-7FDB-406E-94EF-8BE120BB5F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EB110EF-B9AD-4C3F-AD59-D8DD4FE51BFE}"/>
              </a:ext>
            </a:extLst>
          </p:cNvPr>
          <p:cNvSpPr>
            <a:spLocks noGrp="1"/>
          </p:cNvSpPr>
          <p:nvPr/>
        </p:nvSpPr>
        <p:spPr>
          <a:xfrm>
            <a:off x="533400" y="838200"/>
            <a:ext cx="87630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65AC45-1E34-4E79-98E5-8BFD59447569}"/>
              </a:ext>
            </a:extLst>
          </p:cNvPr>
          <p:cNvSpPr>
            <a:spLocks noGrp="1"/>
          </p:cNvSpPr>
          <p:nvPr/>
        </p:nvSpPr>
        <p:spPr>
          <a:xfrm>
            <a:off x="552450" y="1885950"/>
            <a:ext cx="8622372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555555"/>
                </a:solidFill>
              </a:defRPr>
            </a:pPr>
            <a:r>
              <a:rPr sz="1950" b="0" dirty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B53390-111A-49BA-9A54-04152EE23681}"/>
              </a:ext>
            </a:extLst>
          </p:cNvPr>
          <p:cNvSpPr>
            <a:spLocks noGrp="1"/>
          </p:cNvSpPr>
          <p:nvPr/>
        </p:nvSpPr>
        <p:spPr>
          <a:xfrm>
            <a:off x="552450" y="5866544"/>
            <a:ext cx="4953000" cy="4961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55555"/>
                </a:solidFill>
              </a:defRPr>
            </a:pPr>
            <a:r>
              <a:rPr sz="1275" b="0" dirty="0">
                <a:solidFill>
                  <a:srgbClr val="555555"/>
                </a:solidFill>
              </a:rPr>
              <a:t>Neural Networks Fundamentals | Project 16</a:t>
            </a:r>
            <a:endParaRPr lang="en-US" sz="1275" b="0" dirty="0">
              <a:solidFill>
                <a:srgbClr val="555555"/>
              </a:solidFill>
            </a:endParaRPr>
          </a:p>
          <a:p>
            <a:pPr algn="l">
              <a:defRPr sz="1275" b="0">
                <a:solidFill>
                  <a:srgbClr val="555555"/>
                </a:solidFill>
              </a:defRPr>
            </a:pPr>
            <a:r>
              <a:rPr lang="en-US" sz="1275" dirty="0">
                <a:solidFill>
                  <a:srgbClr val="555555"/>
                </a:solidFill>
              </a:rPr>
              <a:t>Szamotuła K. &amp; Behnke M.</a:t>
            </a:r>
            <a:endParaRPr sz="1275" b="0" dirty="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787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5BB5FA-1D89-4828-B293-6A0575B0DC49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402800-20C6-4229-A8A5-583514DEDD7A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219F1F-444B-4758-95FF-DE548395871A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3C2B03-4D7A-414D-82D0-811A76710822}"/>
              </a:ext>
            </a:extLst>
          </p:cNvPr>
          <p:cNvSpPr>
            <a:spLocks noGrp="1"/>
          </p:cNvSpPr>
          <p:nvPr/>
        </p:nvSpPr>
        <p:spPr>
          <a:xfrm>
            <a:off x="723900" y="25527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4B64AA-958E-47CC-B1CB-BFB8C66324AB}"/>
              </a:ext>
            </a:extLst>
          </p:cNvPr>
          <p:cNvSpPr>
            <a:spLocks noGrp="1"/>
          </p:cNvSpPr>
          <p:nvPr/>
        </p:nvSpPr>
        <p:spPr>
          <a:xfrm>
            <a:off x="952500" y="2457450"/>
            <a:ext cx="4724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A97251-EEA8-498A-8264-391629689BF3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C0A8D5-0185-4EDA-AE6B-269F4309D4BF}"/>
              </a:ext>
            </a:extLst>
          </p:cNvPr>
          <p:cNvSpPr>
            <a:spLocks noGrp="1"/>
          </p:cNvSpPr>
          <p:nvPr/>
        </p:nvSpPr>
        <p:spPr>
          <a:xfrm>
            <a:off x="952500" y="2952750"/>
            <a:ext cx="4724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FA5B8-C49B-4EF5-AA8F-A2D570D873C8}"/>
              </a:ext>
            </a:extLst>
          </p:cNvPr>
          <p:cNvSpPr>
            <a:spLocks noGrp="1"/>
          </p:cNvSpPr>
          <p:nvPr/>
        </p:nvSpPr>
        <p:spPr>
          <a:xfrm>
            <a:off x="723900" y="35433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4AE366-8A2C-4526-A7C5-4E9339882646}"/>
              </a:ext>
            </a:extLst>
          </p:cNvPr>
          <p:cNvSpPr>
            <a:spLocks noGrp="1"/>
          </p:cNvSpPr>
          <p:nvPr/>
        </p:nvSpPr>
        <p:spPr>
          <a:xfrm>
            <a:off x="952500" y="3448050"/>
            <a:ext cx="561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A0A0A"/>
                </a:solidFill>
              </a:defRPr>
            </a:pPr>
            <a:r>
              <a:rPr sz="1800" b="0" dirty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8BB715-0EBA-490E-B682-37C86788615C}"/>
              </a:ext>
            </a:extLst>
          </p:cNvPr>
          <p:cNvSpPr>
            <a:spLocks noGrp="1"/>
          </p:cNvSpPr>
          <p:nvPr/>
        </p:nvSpPr>
        <p:spPr>
          <a:xfrm>
            <a:off x="723900" y="40386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C75C02-B54D-43F9-A983-049EC50A77D6}"/>
              </a:ext>
            </a:extLst>
          </p:cNvPr>
          <p:cNvSpPr>
            <a:spLocks noGrp="1"/>
          </p:cNvSpPr>
          <p:nvPr/>
        </p:nvSpPr>
        <p:spPr>
          <a:xfrm>
            <a:off x="952500" y="3943350"/>
            <a:ext cx="4724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A0A0A"/>
                </a:solidFill>
              </a:defRPr>
            </a:pPr>
            <a:r>
              <a:rPr sz="1800" b="0" dirty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0" y="2266950"/>
            <a:ext cx="3619500" cy="36195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B0C1604-0D51-4C95-95B7-1FC413A7610D}"/>
              </a:ext>
            </a:extLst>
          </p:cNvPr>
          <p:cNvSpPr>
            <a:spLocks noGrp="1"/>
          </p:cNvSpPr>
          <p:nvPr/>
        </p:nvSpPr>
        <p:spPr>
          <a:xfrm>
            <a:off x="6572250" y="5886450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</p:spTree>
    <p:extLst>
      <p:ext uri="{BB962C8B-B14F-4D97-AF65-F5344CB8AC3E}">
        <p14:creationId xmlns:p14="http://schemas.microsoft.com/office/powerpoint/2010/main" val="1264200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5322833A-2DF4-4FF0-989A-716852A243BC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10963382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 dirty="0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0C099A-4685-4681-9424-8A870D63DBB7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FBB4DE-05AF-4B0D-AED4-1C27EE9FB3FA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EAAC505-014C-49EA-99FC-C74CB2DF7571}"/>
              </a:ext>
            </a:extLst>
          </p:cNvPr>
          <p:cNvSpPr>
            <a:spLocks noGrp="1"/>
          </p:cNvSpPr>
          <p:nvPr/>
        </p:nvSpPr>
        <p:spPr>
          <a:xfrm>
            <a:off x="1143000" y="5657850"/>
            <a:ext cx="9906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370E5C1-A31B-3E1F-2223-FBA5C7D35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42" y="2190750"/>
            <a:ext cx="9674190" cy="341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66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E2071F2-DDAA-437F-A70F-B92D1975A499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6B4C7B-5057-44A8-B18A-7E67D71049E3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883D76-FADF-4C96-9779-16A30B5492F2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BE91B-28D8-44C2-AB3F-3265D940420F}"/>
              </a:ext>
            </a:extLst>
          </p:cNvPr>
          <p:cNvSpPr>
            <a:spLocks noGrp="1"/>
          </p:cNvSpPr>
          <p:nvPr/>
        </p:nvSpPr>
        <p:spPr>
          <a:xfrm>
            <a:off x="819150" y="2438400"/>
            <a:ext cx="2857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98.94%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4BC71E-623A-4D43-B226-9570012260F1}"/>
              </a:ext>
            </a:extLst>
          </p:cNvPr>
          <p:cNvSpPr>
            <a:spLocks noGrp="1"/>
          </p:cNvSpPr>
          <p:nvPr/>
        </p:nvSpPr>
        <p:spPr>
          <a:xfrm>
            <a:off x="819150" y="31242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F7A5B2-0CCF-4782-8965-BC3C74BC9391}"/>
              </a:ext>
            </a:extLst>
          </p:cNvPr>
          <p:cNvSpPr>
            <a:spLocks noGrp="1"/>
          </p:cNvSpPr>
          <p:nvPr/>
        </p:nvSpPr>
        <p:spPr>
          <a:xfrm>
            <a:off x="4438650" y="2438400"/>
            <a:ext cx="2857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98.93%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C0EA61-F648-4EB6-9247-5042639D8043}"/>
              </a:ext>
            </a:extLst>
          </p:cNvPr>
          <p:cNvSpPr>
            <a:spLocks noGrp="1"/>
          </p:cNvSpPr>
          <p:nvPr/>
        </p:nvSpPr>
        <p:spPr>
          <a:xfrm>
            <a:off x="4438650" y="31242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BA813-879F-486B-AD72-8FA82FEBF245}"/>
              </a:ext>
            </a:extLst>
          </p:cNvPr>
          <p:cNvSpPr>
            <a:spLocks noGrp="1"/>
          </p:cNvSpPr>
          <p:nvPr/>
        </p:nvSpPr>
        <p:spPr>
          <a:xfrm>
            <a:off x="8058150" y="2438400"/>
            <a:ext cx="2857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43DBF3-EB8D-413C-B9AB-6004CD4F438C}"/>
              </a:ext>
            </a:extLst>
          </p:cNvPr>
          <p:cNvSpPr>
            <a:spLocks noGrp="1"/>
          </p:cNvSpPr>
          <p:nvPr/>
        </p:nvSpPr>
        <p:spPr>
          <a:xfrm>
            <a:off x="8058150" y="31242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4D48BC-6E17-446F-BEBC-00A23599F5CD}"/>
              </a:ext>
            </a:extLst>
          </p:cNvPr>
          <p:cNvSpPr>
            <a:spLocks noGrp="1"/>
          </p:cNvSpPr>
          <p:nvPr/>
        </p:nvSpPr>
        <p:spPr>
          <a:xfrm>
            <a:off x="533400" y="4362449"/>
            <a:ext cx="11125200" cy="1052031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156E34-DC26-4265-85D6-E1E583A303B2}"/>
              </a:ext>
            </a:extLst>
          </p:cNvPr>
          <p:cNvSpPr>
            <a:spLocks noGrp="1"/>
          </p:cNvSpPr>
          <p:nvPr/>
        </p:nvSpPr>
        <p:spPr>
          <a:xfrm>
            <a:off x="1162049" y="4572000"/>
            <a:ext cx="9903217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 dirty="0">
                <a:solidFill>
                  <a:srgbClr val="0A0A0A"/>
                </a:solidFill>
              </a:rPr>
              <a:t>This satisfies the course feasibility constraint comfortably: the full final run trained end-to-end on CPU in 146.91 seconds.</a:t>
            </a:r>
          </a:p>
        </p:txBody>
      </p:sp>
    </p:spTree>
    <p:extLst>
      <p:ext uri="{BB962C8B-B14F-4D97-AF65-F5344CB8AC3E}">
        <p14:creationId xmlns:p14="http://schemas.microsoft.com/office/powerpoint/2010/main" val="2067427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5075BA8-EFBD-4A5B-A286-B57F3CC9ECB2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8EE4D3-C942-486F-B00E-433D0E6A16C8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4DABAC-14DD-4C39-876D-5E8CF78CAC58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50206" y="2095500"/>
            <a:ext cx="8358188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4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ACD6C8-640F-486F-82FF-5F0D1CFB9DDE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EE3CD0-D8DF-40A8-9C46-05DDC64CD70E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832DF0-C381-45EA-BE64-D0D3843E7586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5300" y="2000250"/>
            <a:ext cx="4889500" cy="4191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989D4D-AA6F-431F-9DDF-773D7D3EED59}"/>
              </a:ext>
            </a:extLst>
          </p:cNvPr>
          <p:cNvSpPr>
            <a:spLocks noGrp="1"/>
          </p:cNvSpPr>
          <p:nvPr/>
        </p:nvSpPr>
        <p:spPr>
          <a:xfrm>
            <a:off x="7543800" y="27813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AE740C-E583-4C97-B199-D85D1CA5C429}"/>
              </a:ext>
            </a:extLst>
          </p:cNvPr>
          <p:cNvSpPr>
            <a:spLocks noGrp="1"/>
          </p:cNvSpPr>
          <p:nvPr/>
        </p:nvSpPr>
        <p:spPr>
          <a:xfrm>
            <a:off x="7772400" y="2686050"/>
            <a:ext cx="3295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8F4ED-8C18-4AFD-9722-43CF0E66E8D0}"/>
              </a:ext>
            </a:extLst>
          </p:cNvPr>
          <p:cNvSpPr>
            <a:spLocks noGrp="1"/>
          </p:cNvSpPr>
          <p:nvPr/>
        </p:nvSpPr>
        <p:spPr>
          <a:xfrm>
            <a:off x="7543800" y="32385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4C7765-F723-4EBD-86E7-A7EEDD54BBE9}"/>
              </a:ext>
            </a:extLst>
          </p:cNvPr>
          <p:cNvSpPr>
            <a:spLocks noGrp="1"/>
          </p:cNvSpPr>
          <p:nvPr/>
        </p:nvSpPr>
        <p:spPr>
          <a:xfrm>
            <a:off x="7772400" y="3143250"/>
            <a:ext cx="3295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06EA1D-D2BB-4BA4-AF09-555FACC52030}"/>
              </a:ext>
            </a:extLst>
          </p:cNvPr>
          <p:cNvSpPr>
            <a:spLocks noGrp="1"/>
          </p:cNvSpPr>
          <p:nvPr/>
        </p:nvSpPr>
        <p:spPr>
          <a:xfrm>
            <a:off x="7543800" y="36957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2FABA-E2F2-4FDD-B9B5-D2838ECBFA6D}"/>
              </a:ext>
            </a:extLst>
          </p:cNvPr>
          <p:cNvSpPr>
            <a:spLocks noGrp="1"/>
          </p:cNvSpPr>
          <p:nvPr/>
        </p:nvSpPr>
        <p:spPr>
          <a:xfrm>
            <a:off x="7772400" y="3600450"/>
            <a:ext cx="3886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 dirty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17559F-63BC-48CD-BBF8-56F11A71F877}"/>
              </a:ext>
            </a:extLst>
          </p:cNvPr>
          <p:cNvSpPr>
            <a:spLocks noGrp="1"/>
          </p:cNvSpPr>
          <p:nvPr/>
        </p:nvSpPr>
        <p:spPr>
          <a:xfrm>
            <a:off x="7543800" y="41529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0DEDEC-D852-4B96-9638-613AB7090D7D}"/>
              </a:ext>
            </a:extLst>
          </p:cNvPr>
          <p:cNvSpPr>
            <a:spLocks noGrp="1"/>
          </p:cNvSpPr>
          <p:nvPr/>
        </p:nvSpPr>
        <p:spPr>
          <a:xfrm>
            <a:off x="7772400" y="4057650"/>
            <a:ext cx="3295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</p:spTree>
    <p:extLst>
      <p:ext uri="{BB962C8B-B14F-4D97-AF65-F5344CB8AC3E}">
        <p14:creationId xmlns:p14="http://schemas.microsoft.com/office/powerpoint/2010/main" val="38868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B19C13-1BFB-4B02-9A20-1D2A7B5C7150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remaining errors are visually understandable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06EE1E-0BD2-4114-BA51-B193560117C4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model usually fails on ambiguous handwriting, not random easy digits.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5960C8-9F56-4402-928C-F3DDAE4158C6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B52C5E-5BE6-4EE5-A942-DBEE5AE9A7F7}"/>
              </a:ext>
            </a:extLst>
          </p:cNvPr>
          <p:cNvSpPr>
            <a:spLocks noGrp="1"/>
          </p:cNvSpPr>
          <p:nvPr/>
        </p:nvSpPr>
        <p:spPr>
          <a:xfrm>
            <a:off x="5389866" y="26289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A0F897-F7D2-46E3-AF8C-951A348B1AC3}"/>
              </a:ext>
            </a:extLst>
          </p:cNvPr>
          <p:cNvSpPr>
            <a:spLocks noGrp="1"/>
          </p:cNvSpPr>
          <p:nvPr/>
        </p:nvSpPr>
        <p:spPr>
          <a:xfrm>
            <a:off x="5618465" y="2533650"/>
            <a:ext cx="396753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 dirty="0">
                <a:solidFill>
                  <a:srgbClr val="0A0A0A"/>
                </a:solidFill>
              </a:rPr>
              <a:t>Several mistakes have unusual stroke shapes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0E8055-7A56-43D8-ACAD-66BAB5BF5408}"/>
              </a:ext>
            </a:extLst>
          </p:cNvPr>
          <p:cNvSpPr>
            <a:spLocks noGrp="1"/>
          </p:cNvSpPr>
          <p:nvPr/>
        </p:nvSpPr>
        <p:spPr>
          <a:xfrm>
            <a:off x="5389866" y="31432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50547C-8115-46C8-ACD3-5129A14DD05A}"/>
              </a:ext>
            </a:extLst>
          </p:cNvPr>
          <p:cNvSpPr>
            <a:spLocks noGrp="1"/>
          </p:cNvSpPr>
          <p:nvPr/>
        </p:nvSpPr>
        <p:spPr>
          <a:xfrm>
            <a:off x="5618465" y="3048000"/>
            <a:ext cx="396753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Some predictions are confidently wrong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6E004E-3031-4E74-BDB7-63A57D0B9223}"/>
              </a:ext>
            </a:extLst>
          </p:cNvPr>
          <p:cNvSpPr>
            <a:spLocks noGrp="1"/>
          </p:cNvSpPr>
          <p:nvPr/>
        </p:nvSpPr>
        <p:spPr>
          <a:xfrm>
            <a:off x="5389866" y="36576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67BAD-9D17-45E3-9AC7-6689A55CB825}"/>
              </a:ext>
            </a:extLst>
          </p:cNvPr>
          <p:cNvSpPr>
            <a:spLocks noGrp="1"/>
          </p:cNvSpPr>
          <p:nvPr/>
        </p:nvSpPr>
        <p:spPr>
          <a:xfrm>
            <a:off x="5618465" y="3562350"/>
            <a:ext cx="396753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This is useful for explaining model limits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820BC7-D552-453D-AB9B-4FD9BBFAEBDF}"/>
              </a:ext>
            </a:extLst>
          </p:cNvPr>
          <p:cNvSpPr>
            <a:spLocks noGrp="1"/>
          </p:cNvSpPr>
          <p:nvPr/>
        </p:nvSpPr>
        <p:spPr>
          <a:xfrm>
            <a:off x="5389866" y="41719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E08243-D6E2-4523-8488-F299C93C0B11}"/>
              </a:ext>
            </a:extLst>
          </p:cNvPr>
          <p:cNvSpPr>
            <a:spLocks noGrp="1"/>
          </p:cNvSpPr>
          <p:nvPr/>
        </p:nvSpPr>
        <p:spPr>
          <a:xfrm>
            <a:off x="5618465" y="4076700"/>
            <a:ext cx="396753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The demo should be treated as MNIST-style, not real-world handwriting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BBAB53-9F7A-EF20-15DD-DB7DEC7AB0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531" y="1962471"/>
            <a:ext cx="2842106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730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3EDD952-B551-49A9-9D00-B3D1FFBB0B0E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1111E-79CD-4BBB-8933-D42B924C006E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111152-CE52-488D-9969-2D9A7FCE4D6D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F882CF-9AD7-453B-A08B-197987D0ECA0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3733800" cy="3009900"/>
          </a:xfrm>
          <a:prstGeom prst="rect">
            <a:avLst/>
          </a:prstGeom>
          <a:solidFill>
            <a:srgbClr val="111111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FAD1D-846B-4127-8257-173A422F1DC3}"/>
              </a:ext>
            </a:extLst>
          </p:cNvPr>
          <p:cNvSpPr>
            <a:spLocks noGrp="1"/>
          </p:cNvSpPr>
          <p:nvPr/>
        </p:nvSpPr>
        <p:spPr>
          <a:xfrm>
            <a:off x="1638300" y="2457450"/>
            <a:ext cx="22098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9A1D6-C8F7-4245-B669-018DEE0BA4E4}"/>
              </a:ext>
            </a:extLst>
          </p:cNvPr>
          <p:cNvSpPr>
            <a:spLocks noGrp="1"/>
          </p:cNvSpPr>
          <p:nvPr/>
        </p:nvSpPr>
        <p:spPr>
          <a:xfrm>
            <a:off x="5353050" y="2419350"/>
            <a:ext cx="5334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C4F751-07FC-4609-94E9-1A179651106C}"/>
              </a:ext>
            </a:extLst>
          </p:cNvPr>
          <p:cNvSpPr>
            <a:spLocks noGrp="1"/>
          </p:cNvSpPr>
          <p:nvPr/>
        </p:nvSpPr>
        <p:spPr>
          <a:xfrm>
            <a:off x="5353050" y="3028950"/>
            <a:ext cx="5334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3EBAC6-44A7-4E78-AF7C-B95F1BFCB394}"/>
              </a:ext>
            </a:extLst>
          </p:cNvPr>
          <p:cNvSpPr>
            <a:spLocks noGrp="1"/>
          </p:cNvSpPr>
          <p:nvPr/>
        </p:nvSpPr>
        <p:spPr>
          <a:xfrm>
            <a:off x="5353050" y="41338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F9B7CF-066A-4392-A901-A66A22E17D22}"/>
              </a:ext>
            </a:extLst>
          </p:cNvPr>
          <p:cNvSpPr>
            <a:spLocks noGrp="1"/>
          </p:cNvSpPr>
          <p:nvPr/>
        </p:nvSpPr>
        <p:spPr>
          <a:xfrm>
            <a:off x="5581650" y="4038600"/>
            <a:ext cx="510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EA1D47-57D6-474A-A9DF-B732A03900EB}"/>
              </a:ext>
            </a:extLst>
          </p:cNvPr>
          <p:cNvSpPr>
            <a:spLocks noGrp="1"/>
          </p:cNvSpPr>
          <p:nvPr/>
        </p:nvSpPr>
        <p:spPr>
          <a:xfrm>
            <a:off x="5353050" y="45529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D4EF9-E3EC-4999-8399-E11FDF17F675}"/>
              </a:ext>
            </a:extLst>
          </p:cNvPr>
          <p:cNvSpPr>
            <a:spLocks noGrp="1"/>
          </p:cNvSpPr>
          <p:nvPr/>
        </p:nvSpPr>
        <p:spPr>
          <a:xfrm>
            <a:off x="5581650" y="4457700"/>
            <a:ext cx="510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A834ED-527F-47E1-8D77-1712E8315669}"/>
              </a:ext>
            </a:extLst>
          </p:cNvPr>
          <p:cNvSpPr>
            <a:spLocks noGrp="1"/>
          </p:cNvSpPr>
          <p:nvPr/>
        </p:nvSpPr>
        <p:spPr>
          <a:xfrm>
            <a:off x="5353050" y="49720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5B2C3-2693-41A8-8C8D-58E60497C2B2}"/>
              </a:ext>
            </a:extLst>
          </p:cNvPr>
          <p:cNvSpPr>
            <a:spLocks noGrp="1"/>
          </p:cNvSpPr>
          <p:nvPr/>
        </p:nvSpPr>
        <p:spPr>
          <a:xfrm>
            <a:off x="5581650" y="4876800"/>
            <a:ext cx="510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7A221C-8614-40B2-9DB7-1A4DEE58D4F1}"/>
              </a:ext>
            </a:extLst>
          </p:cNvPr>
          <p:cNvSpPr>
            <a:spLocks noGrp="1"/>
          </p:cNvSpPr>
          <p:nvPr/>
        </p:nvSpPr>
        <p:spPr>
          <a:xfrm>
            <a:off x="5353050" y="53911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E4F562-A5CC-4550-86C0-A520581CB173}"/>
              </a:ext>
            </a:extLst>
          </p:cNvPr>
          <p:cNvSpPr>
            <a:spLocks noGrp="1"/>
          </p:cNvSpPr>
          <p:nvPr/>
        </p:nvSpPr>
        <p:spPr>
          <a:xfrm>
            <a:off x="5581650" y="5295900"/>
            <a:ext cx="510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</p:spTree>
    <p:extLst>
      <p:ext uri="{BB962C8B-B14F-4D97-AF65-F5344CB8AC3E}">
        <p14:creationId xmlns:p14="http://schemas.microsoft.com/office/powerpoint/2010/main" val="1768075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23F681D-815D-4541-BD4A-E1E357A6A34C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D56802-30FC-4B3E-9CF4-8B133083C6A4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A49DC1-EA1D-46FB-88C0-4B7C7DF9D559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8C899F-621D-4565-A0DD-E64E73F19578}"/>
              </a:ext>
            </a:extLst>
          </p:cNvPr>
          <p:cNvSpPr>
            <a:spLocks noGrp="1"/>
          </p:cNvSpPr>
          <p:nvPr/>
        </p:nvSpPr>
        <p:spPr>
          <a:xfrm>
            <a:off x="1123950" y="2476500"/>
            <a:ext cx="4191000" cy="1790700"/>
          </a:xfrm>
          <a:prstGeom prst="rect">
            <a:avLst/>
          </a:prstGeom>
          <a:solidFill>
            <a:srgbClr val="E9F3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B1FFC2-E161-4B21-BA53-6BA206B27CAD}"/>
              </a:ext>
            </a:extLst>
          </p:cNvPr>
          <p:cNvSpPr>
            <a:spLocks noGrp="1"/>
          </p:cNvSpPr>
          <p:nvPr/>
        </p:nvSpPr>
        <p:spPr>
          <a:xfrm>
            <a:off x="1504950" y="2819400"/>
            <a:ext cx="3333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199A44-52D2-4567-A08B-967BD5E178CB}"/>
              </a:ext>
            </a:extLst>
          </p:cNvPr>
          <p:cNvSpPr>
            <a:spLocks noGrp="1"/>
          </p:cNvSpPr>
          <p:nvPr/>
        </p:nvSpPr>
        <p:spPr>
          <a:xfrm>
            <a:off x="1504950" y="3505200"/>
            <a:ext cx="3333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D8DE7A-34B5-4384-BB9B-A1D6F591FC2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4191000" cy="1790700"/>
          </a:xfrm>
          <a:prstGeom prst="rect">
            <a:avLst/>
          </a:prstGeom>
          <a:solidFill>
            <a:srgbClr val="FBE4D8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6F3877-A7D1-4A40-B54B-84E703F655EE}"/>
              </a:ext>
            </a:extLst>
          </p:cNvPr>
          <p:cNvSpPr>
            <a:spLocks noGrp="1"/>
          </p:cNvSpPr>
          <p:nvPr/>
        </p:nvSpPr>
        <p:spPr>
          <a:xfrm>
            <a:off x="6953250" y="2819400"/>
            <a:ext cx="3333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1.07%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6128D4-36E1-4DAE-A880-F771F01F4B51}"/>
              </a:ext>
            </a:extLst>
          </p:cNvPr>
          <p:cNvSpPr>
            <a:spLocks noGrp="1"/>
          </p:cNvSpPr>
          <p:nvPr/>
        </p:nvSpPr>
        <p:spPr>
          <a:xfrm>
            <a:off x="6953250" y="3505200"/>
            <a:ext cx="3333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7A37A2-C61D-4C86-8CB5-71655713DC5A}"/>
              </a:ext>
            </a:extLst>
          </p:cNvPr>
          <p:cNvSpPr>
            <a:spLocks noGrp="1"/>
          </p:cNvSpPr>
          <p:nvPr/>
        </p:nvSpPr>
        <p:spPr>
          <a:xfrm>
            <a:off x="1371600" y="5048250"/>
            <a:ext cx="9334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0.12 points vs. the 0.95% run; 0.27 points vs. the best 0.8% figure.</a:t>
            </a:r>
          </a:p>
        </p:txBody>
      </p:sp>
    </p:spTree>
    <p:extLst>
      <p:ext uri="{BB962C8B-B14F-4D97-AF65-F5344CB8AC3E}">
        <p14:creationId xmlns:p14="http://schemas.microsoft.com/office/powerpoint/2010/main" val="19654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8A09BA4-AC9B-4757-80C4-7E1ECF012C1D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8382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6F886F-FE3B-48FE-B63B-2AAFFD5B6D6F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0.25 percentage points, but with a much larger model.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9C2FEE-EE9E-4A7C-AF9D-BD7FBD13ABAC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30B188-C4F7-4B85-815D-14BE9F5BC7E1}"/>
              </a:ext>
            </a:extLst>
          </p:cNvPr>
          <p:cNvSpPr>
            <a:spLocks noGrp="1"/>
          </p:cNvSpPr>
          <p:nvPr/>
        </p:nvSpPr>
        <p:spPr>
          <a:xfrm>
            <a:off x="876300" y="2438400"/>
            <a:ext cx="4572000" cy="247650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C6936-9B83-498A-8410-B3B2BBAE40A2}"/>
              </a:ext>
            </a:extLst>
          </p:cNvPr>
          <p:cNvSpPr>
            <a:spLocks noGrp="1"/>
          </p:cNvSpPr>
          <p:nvPr/>
        </p:nvSpPr>
        <p:spPr>
          <a:xfrm>
            <a:off x="1200150" y="2724150"/>
            <a:ext cx="3905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09AD12-B907-4DF5-99BC-BCDF4CB93208}"/>
              </a:ext>
            </a:extLst>
          </p:cNvPr>
          <p:cNvSpPr>
            <a:spLocks noGrp="1"/>
          </p:cNvSpPr>
          <p:nvPr/>
        </p:nvSpPr>
        <p:spPr>
          <a:xfrm>
            <a:off x="1200150" y="34290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AA9140-E290-49A1-98E4-9882A7A6FF6C}"/>
              </a:ext>
            </a:extLst>
          </p:cNvPr>
          <p:cNvSpPr>
            <a:spLocks noGrp="1"/>
          </p:cNvSpPr>
          <p:nvPr/>
        </p:nvSpPr>
        <p:spPr>
          <a:xfrm>
            <a:off x="1428750" y="333375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98.93% test accuracy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0DF213-96F6-4AB8-B4C7-326DD7216F6D}"/>
              </a:ext>
            </a:extLst>
          </p:cNvPr>
          <p:cNvSpPr>
            <a:spLocks noGrp="1"/>
          </p:cNvSpPr>
          <p:nvPr/>
        </p:nvSpPr>
        <p:spPr>
          <a:xfrm>
            <a:off x="1200150" y="37909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C8D390-64BB-4BC1-BA44-A5A281DC6D37}"/>
              </a:ext>
            </a:extLst>
          </p:cNvPr>
          <p:cNvSpPr>
            <a:spLocks noGrp="1"/>
          </p:cNvSpPr>
          <p:nvPr/>
        </p:nvSpPr>
        <p:spPr>
          <a:xfrm>
            <a:off x="1428750" y="369570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E53478-A7BE-4740-8221-2DFEC52A50A0}"/>
              </a:ext>
            </a:extLst>
          </p:cNvPr>
          <p:cNvSpPr>
            <a:spLocks noGrp="1"/>
          </p:cNvSpPr>
          <p:nvPr/>
        </p:nvSpPr>
        <p:spPr>
          <a:xfrm>
            <a:off x="1200150" y="41529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EFAE02-0F08-4850-AFFB-2F5ABEFA4FE0}"/>
              </a:ext>
            </a:extLst>
          </p:cNvPr>
          <p:cNvSpPr>
            <a:spLocks noGrp="1"/>
          </p:cNvSpPr>
          <p:nvPr/>
        </p:nvSpPr>
        <p:spPr>
          <a:xfrm>
            <a:off x="1428750" y="405765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146.91 s CPU training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31A5A-2B62-4A61-9B89-FA6B0DEFBDD0}"/>
              </a:ext>
            </a:extLst>
          </p:cNvPr>
          <p:cNvSpPr>
            <a:spLocks noGrp="1"/>
          </p:cNvSpPr>
          <p:nvPr/>
        </p:nvSpPr>
        <p:spPr>
          <a:xfrm>
            <a:off x="1200150" y="45148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66AF9B-8852-40CF-B25B-598D1D5EE1F0}"/>
              </a:ext>
            </a:extLst>
          </p:cNvPr>
          <p:cNvSpPr>
            <a:spLocks noGrp="1"/>
          </p:cNvSpPr>
          <p:nvPr/>
        </p:nvSpPr>
        <p:spPr>
          <a:xfrm>
            <a:off x="1428750" y="441960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27052C-6A5A-4639-9C9C-4B6E3D35F8F2}"/>
              </a:ext>
            </a:extLst>
          </p:cNvPr>
          <p:cNvSpPr>
            <a:spLocks noGrp="1"/>
          </p:cNvSpPr>
          <p:nvPr/>
        </p:nvSpPr>
        <p:spPr>
          <a:xfrm>
            <a:off x="6477000" y="2438400"/>
            <a:ext cx="4572000" cy="24765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808B8B-4D1F-4CC6-8EFF-786A420F3166}"/>
              </a:ext>
            </a:extLst>
          </p:cNvPr>
          <p:cNvSpPr>
            <a:spLocks noGrp="1"/>
          </p:cNvSpPr>
          <p:nvPr/>
        </p:nvSpPr>
        <p:spPr>
          <a:xfrm>
            <a:off x="6800850" y="2724150"/>
            <a:ext cx="3905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C9FDC2-CD45-4CC6-91A3-008955458ED7}"/>
              </a:ext>
            </a:extLst>
          </p:cNvPr>
          <p:cNvSpPr>
            <a:spLocks noGrp="1"/>
          </p:cNvSpPr>
          <p:nvPr/>
        </p:nvSpPr>
        <p:spPr>
          <a:xfrm>
            <a:off x="6800850" y="34290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6E0398-DAE0-437D-B7DC-9B376183620E}"/>
              </a:ext>
            </a:extLst>
          </p:cNvPr>
          <p:cNvSpPr>
            <a:spLocks noGrp="1"/>
          </p:cNvSpPr>
          <p:nvPr/>
        </p:nvSpPr>
        <p:spPr>
          <a:xfrm>
            <a:off x="7029450" y="333375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436EED-BB2A-4EA8-A697-CC5E7DC6E4AC}"/>
              </a:ext>
            </a:extLst>
          </p:cNvPr>
          <p:cNvSpPr>
            <a:spLocks noGrp="1"/>
          </p:cNvSpPr>
          <p:nvPr/>
        </p:nvSpPr>
        <p:spPr>
          <a:xfrm>
            <a:off x="6800850" y="37909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37EC70-2DB2-470A-8605-11D4BE7105CC}"/>
              </a:ext>
            </a:extLst>
          </p:cNvPr>
          <p:cNvSpPr>
            <a:spLocks noGrp="1"/>
          </p:cNvSpPr>
          <p:nvPr/>
        </p:nvSpPr>
        <p:spPr>
          <a:xfrm>
            <a:off x="7029450" y="369570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D6344B-4115-45C5-A3B7-5EC5777BB321}"/>
              </a:ext>
            </a:extLst>
          </p:cNvPr>
          <p:cNvSpPr>
            <a:spLocks noGrp="1"/>
          </p:cNvSpPr>
          <p:nvPr/>
        </p:nvSpPr>
        <p:spPr>
          <a:xfrm>
            <a:off x="6800850" y="41529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B26031-FADC-4888-932E-91C1B55BA769}"/>
              </a:ext>
            </a:extLst>
          </p:cNvPr>
          <p:cNvSpPr>
            <a:spLocks noGrp="1"/>
          </p:cNvSpPr>
          <p:nvPr/>
        </p:nvSpPr>
        <p:spPr>
          <a:xfrm>
            <a:off x="7029450" y="405765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A40CAD-B5A3-429C-911F-109F6362E227}"/>
              </a:ext>
            </a:extLst>
          </p:cNvPr>
          <p:cNvSpPr>
            <a:spLocks noGrp="1"/>
          </p:cNvSpPr>
          <p:nvPr/>
        </p:nvSpPr>
        <p:spPr>
          <a:xfrm>
            <a:off x="6800850" y="451485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8D6DCC-D96D-47C8-A33A-45336E5A740E}"/>
              </a:ext>
            </a:extLst>
          </p:cNvPr>
          <p:cNvSpPr>
            <a:spLocks noGrp="1"/>
          </p:cNvSpPr>
          <p:nvPr/>
        </p:nvSpPr>
        <p:spPr>
          <a:xfrm>
            <a:off x="7029450" y="4419600"/>
            <a:ext cx="3486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D7B184-807F-4AFE-8CBC-11A04144CCB2}"/>
              </a:ext>
            </a:extLst>
          </p:cNvPr>
          <p:cNvSpPr>
            <a:spLocks noGrp="1"/>
          </p:cNvSpPr>
          <p:nvPr/>
        </p:nvSpPr>
        <p:spPr>
          <a:xfrm>
            <a:off x="1104900" y="5600700"/>
            <a:ext cx="9906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</p:spTree>
    <p:extLst>
      <p:ext uri="{BB962C8B-B14F-4D97-AF65-F5344CB8AC3E}">
        <p14:creationId xmlns:p14="http://schemas.microsoft.com/office/powerpoint/2010/main" val="482904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F785CDE-7FDB-406E-94EF-8BE120BB5F6C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111252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0A0A0A"/>
                </a:solidFill>
              </a:defRPr>
            </a:pPr>
            <a:r>
              <a:rPr sz="3150" b="1" dirty="0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C64587-803D-4C4D-9F3C-F00DC959C1A0}"/>
              </a:ext>
            </a:extLst>
          </p:cNvPr>
          <p:cNvSpPr>
            <a:spLocks noGrp="1"/>
          </p:cNvSpPr>
          <p:nvPr/>
        </p:nvSpPr>
        <p:spPr>
          <a:xfrm>
            <a:off x="533400" y="1276350"/>
            <a:ext cx="952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8AA139-F772-460B-AC33-4B6876A183D8}"/>
              </a:ext>
            </a:extLst>
          </p:cNvPr>
          <p:cNvSpPr>
            <a:spLocks noGrp="1"/>
          </p:cNvSpPr>
          <p:nvPr/>
        </p:nvSpPr>
        <p:spPr>
          <a:xfrm>
            <a:off x="533400" y="1790700"/>
            <a:ext cx="111252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23B490-3038-4EFA-8DFF-29D1663C1B94}"/>
              </a:ext>
            </a:extLst>
          </p:cNvPr>
          <p:cNvSpPr>
            <a:spLocks noGrp="1"/>
          </p:cNvSpPr>
          <p:nvPr/>
        </p:nvSpPr>
        <p:spPr>
          <a:xfrm>
            <a:off x="1104900" y="2590800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E1B9A8-A590-43C8-8F4A-ACDEB5B70774}"/>
              </a:ext>
            </a:extLst>
          </p:cNvPr>
          <p:cNvSpPr>
            <a:spLocks noGrp="1"/>
          </p:cNvSpPr>
          <p:nvPr/>
        </p:nvSpPr>
        <p:spPr>
          <a:xfrm>
            <a:off x="1333500" y="2495550"/>
            <a:ext cx="7010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5C05C7-179F-4B1A-B9C0-8714DF17A62B}"/>
              </a:ext>
            </a:extLst>
          </p:cNvPr>
          <p:cNvSpPr>
            <a:spLocks noGrp="1"/>
          </p:cNvSpPr>
          <p:nvPr/>
        </p:nvSpPr>
        <p:spPr>
          <a:xfrm>
            <a:off x="1104900" y="3064697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B64F9F-EFB5-49E5-8F34-2ECB2A4DAE30}"/>
              </a:ext>
            </a:extLst>
          </p:cNvPr>
          <p:cNvSpPr>
            <a:spLocks noGrp="1"/>
          </p:cNvSpPr>
          <p:nvPr/>
        </p:nvSpPr>
        <p:spPr>
          <a:xfrm>
            <a:off x="1333500" y="2969447"/>
            <a:ext cx="7010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98.93% test accuracy with a 60,000-parameter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6B0CDA-412B-4508-8E4D-8E40D9AFF4BC}"/>
              </a:ext>
            </a:extLst>
          </p:cNvPr>
          <p:cNvSpPr>
            <a:spLocks noGrp="1"/>
          </p:cNvSpPr>
          <p:nvPr/>
        </p:nvSpPr>
        <p:spPr>
          <a:xfrm>
            <a:off x="1104900" y="3579047"/>
            <a:ext cx="66675" cy="6667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72BE03-92F6-4C9A-B5A1-70EE7CD3304F}"/>
              </a:ext>
            </a:extLst>
          </p:cNvPr>
          <p:cNvSpPr>
            <a:spLocks noGrp="1"/>
          </p:cNvSpPr>
          <p:nvPr/>
        </p:nvSpPr>
        <p:spPr>
          <a:xfrm>
            <a:off x="1333500" y="3483797"/>
            <a:ext cx="7010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1EAE64-93EA-4807-B990-DD5E02D285C7}"/>
              </a:ext>
            </a:extLst>
          </p:cNvPr>
          <p:cNvSpPr>
            <a:spLocks noGrp="1"/>
          </p:cNvSpPr>
          <p:nvPr/>
        </p:nvSpPr>
        <p:spPr>
          <a:xfrm>
            <a:off x="8877300" y="2571750"/>
            <a:ext cx="2000250" cy="2324100"/>
          </a:xfrm>
          <a:prstGeom prst="rect">
            <a:avLst/>
          </a:prstGeom>
          <a:solidFill>
            <a:srgbClr val="E9F3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446F1B-0245-4E50-9658-E19E98395ABC}"/>
              </a:ext>
            </a:extLst>
          </p:cNvPr>
          <p:cNvSpPr>
            <a:spLocks noGrp="1"/>
          </p:cNvSpPr>
          <p:nvPr/>
        </p:nvSpPr>
        <p:spPr>
          <a:xfrm>
            <a:off x="9124950" y="2895600"/>
            <a:ext cx="1504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9CCD17-6625-4511-A079-B9B19AA9B636}"/>
              </a:ext>
            </a:extLst>
          </p:cNvPr>
          <p:cNvSpPr>
            <a:spLocks noGrp="1"/>
          </p:cNvSpPr>
          <p:nvPr/>
        </p:nvSpPr>
        <p:spPr>
          <a:xfrm>
            <a:off x="9201150" y="3409950"/>
            <a:ext cx="1333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</p:spTree>
    <p:extLst>
      <p:ext uri="{BB962C8B-B14F-4D97-AF65-F5344CB8AC3E}">
        <p14:creationId xmlns:p14="http://schemas.microsoft.com/office/powerpoint/2010/main" val="19320210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575</Words>
  <Application>Microsoft Office PowerPoint</Application>
  <DocSecurity>0</DocSecurity>
  <PresentationFormat>Widescreen</PresentationFormat>
  <Paragraphs>73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Maciej Behnke</cp:lastModifiedBy>
  <cp:revision>1</cp:revision>
  <dcterms:created xsi:type="dcterms:W3CDTF">2026-07-02T06:14:17Z</dcterms:created>
  <dcterms:modified xsi:type="dcterms:W3CDTF">2026-07-02T07:54:38Z</dcterms:modified>
</cp:coreProperties>
</file>