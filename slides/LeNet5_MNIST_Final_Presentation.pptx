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92134abdb74d8b" /><Relationship Type="http://schemas.openxmlformats.org/officeDocument/2006/relationships/extended-properties" Target="/docProps/app.xml" Id="Rf7c6dc8b19504f58" /><Relationship Type="http://schemas.openxmlformats.org/officeDocument/2006/relationships/officeDocument" Target="/ppt/presentation.xml" Id="R71ffea17e16f45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4be83743a84d9c"/>
  </p:sldMasterIdLst>
  <p:notesMasterIdLst>
    <p:notesMasterId xmlns:r="http://schemas.openxmlformats.org/officeDocument/2006/relationships" r:id="R2a8891ad96c6412f"/>
  </p:notesMasterIdLst>
  <p:sldIdLst>
    <p:sldId xmlns:r="http://schemas.openxmlformats.org/officeDocument/2006/relationships" id="256" r:id="R48a233222f6549d6"/>
    <p:sldId xmlns:r="http://schemas.openxmlformats.org/officeDocument/2006/relationships" id="257" r:id="Rc845cdb4d9f2409f"/>
    <p:sldId xmlns:r="http://schemas.openxmlformats.org/officeDocument/2006/relationships" id="258" r:id="Rdee7e1f128434a65"/>
    <p:sldId xmlns:r="http://schemas.openxmlformats.org/officeDocument/2006/relationships" id="259" r:id="R499b28b0f7ea4678"/>
    <p:sldId xmlns:r="http://schemas.openxmlformats.org/officeDocument/2006/relationships" id="260" r:id="Rc695cc1dba824bd0"/>
    <p:sldId xmlns:r="http://schemas.openxmlformats.org/officeDocument/2006/relationships" id="261" r:id="Ra611f41b7eb44ed2"/>
    <p:sldId xmlns:r="http://schemas.openxmlformats.org/officeDocument/2006/relationships" id="262" r:id="R0fb6bc3952db460c"/>
    <p:sldId xmlns:r="http://schemas.openxmlformats.org/officeDocument/2006/relationships" id="263" r:id="R06b90373136a4f4c"/>
    <p:sldId xmlns:r="http://schemas.openxmlformats.org/officeDocument/2006/relationships" id="264" r:id="R7a07ccf2cc1d4c27"/>
    <p:sldId xmlns:r="http://schemas.openxmlformats.org/officeDocument/2006/relationships" id="265" r:id="Rdab061456d424eff"/>
    <p:sldId xmlns:r="http://schemas.openxmlformats.org/officeDocument/2006/relationships" id="266" r:id="R11683f00db684dd6"/>
    <p:sldId xmlns:r="http://schemas.openxmlformats.org/officeDocument/2006/relationships" id="267" r:id="R0192d9c563e64ded"/>
    <p:sldId xmlns:r="http://schemas.openxmlformats.org/officeDocument/2006/relationships" id="268" r:id="R783e912518b24d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cdaa60d8f94716" /><Relationship Type="http://schemas.openxmlformats.org/officeDocument/2006/relationships/slideMaster" Target="/ppt/slideMasters/slideMaster1.xml" Id="R1b4be83743a84d9c" /><Relationship Type="http://schemas.openxmlformats.org/officeDocument/2006/relationships/notesMaster" Target="/ppt/notesMasters/notesMaster1.xml" Id="R2a8891ad96c6412f" /><Relationship Type="http://schemas.openxmlformats.org/officeDocument/2006/relationships/presProps" Target="/ppt/presProps.xml" Id="Rcee988063daf4a22" /><Relationship Type="http://schemas.openxmlformats.org/officeDocument/2006/relationships/tableStyles" Target="/ppt/tableStyles.xml" Id="R5e5abf8696d3467d" /><Relationship Type="http://schemas.openxmlformats.org/officeDocument/2006/relationships/slide" Target="/ppt/slides/slide1.xml" Id="R48a233222f6549d6" /><Relationship Type="http://schemas.openxmlformats.org/officeDocument/2006/relationships/slide" Target="/ppt/slides/slide2.xml" Id="Rc845cdb4d9f2409f" /><Relationship Type="http://schemas.openxmlformats.org/officeDocument/2006/relationships/slide" Target="/ppt/slides/slide3.xml" Id="Rdee7e1f128434a65" /><Relationship Type="http://schemas.openxmlformats.org/officeDocument/2006/relationships/slide" Target="/ppt/slides/slide4.xml" Id="R499b28b0f7ea4678" /><Relationship Type="http://schemas.openxmlformats.org/officeDocument/2006/relationships/slide" Target="/ppt/slides/slide5.xml" Id="Rc695cc1dba824bd0" /><Relationship Type="http://schemas.openxmlformats.org/officeDocument/2006/relationships/slide" Target="/ppt/slides/slide6.xml" Id="Ra611f41b7eb44ed2" /><Relationship Type="http://schemas.openxmlformats.org/officeDocument/2006/relationships/slide" Target="/ppt/slides/slide7.xml" Id="R0fb6bc3952db460c" /><Relationship Type="http://schemas.openxmlformats.org/officeDocument/2006/relationships/slide" Target="/ppt/slides/slide8.xml" Id="R06b90373136a4f4c" /><Relationship Type="http://schemas.openxmlformats.org/officeDocument/2006/relationships/slide" Target="/ppt/slides/slide9.xml" Id="R7a07ccf2cc1d4c27" /><Relationship Type="http://schemas.openxmlformats.org/officeDocument/2006/relationships/slide" Target="/ppt/slides/slide10.xml" Id="Rdab061456d424eff" /><Relationship Type="http://schemas.openxmlformats.org/officeDocument/2006/relationships/slide" Target="/ppt/slides/slide11.xml" Id="R11683f00db684dd6" /><Relationship Type="http://schemas.openxmlformats.org/officeDocument/2006/relationships/slide" Target="/ppt/slides/slide12.xml" Id="R0192d9c563e64ded" /><Relationship Type="http://schemas.openxmlformats.org/officeDocument/2006/relationships/slide" Target="/ppt/slides/slide13.xml" Id="R783e912518b24d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ea079da6ad43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314807c97244c9" /><Relationship Type="http://schemas.openxmlformats.org/officeDocument/2006/relationships/notesMaster" Target="/ppt/notesMasters/notesMaster1.xml" Id="R30b1a969cfb94b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7135e2c8114730" /><Relationship Type="http://schemas.openxmlformats.org/officeDocument/2006/relationships/notesMaster" Target="/ppt/notesMasters/notesMaster1.xml" Id="R59c479b91def40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2a76a6ab844751" /><Relationship Type="http://schemas.openxmlformats.org/officeDocument/2006/relationships/notesMaster" Target="/ppt/notesMasters/notesMaster1.xml" Id="Rb2ab554b9bd940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1d5bd693dc494b" /><Relationship Type="http://schemas.openxmlformats.org/officeDocument/2006/relationships/notesMaster" Target="/ppt/notesMasters/notesMaster1.xml" Id="R801e5d1cde5646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81601a2a3345e0" /><Relationship Type="http://schemas.openxmlformats.org/officeDocument/2006/relationships/notesMaster" Target="/ppt/notesMasters/notesMaster1.xml" Id="R8f75769aa4e546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4d1fdd31ca46aa" /><Relationship Type="http://schemas.openxmlformats.org/officeDocument/2006/relationships/notesMaster" Target="/ppt/notesMasters/notesMaster1.xml" Id="Rd4b5a190c15d4f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9c16024d2d4768" /><Relationship Type="http://schemas.openxmlformats.org/officeDocument/2006/relationships/notesMaster" Target="/ppt/notesMasters/notesMaster1.xml" Id="R9aeaddbeb93f4e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5d6bc1ac2e44f4" /><Relationship Type="http://schemas.openxmlformats.org/officeDocument/2006/relationships/notesMaster" Target="/ppt/notesMasters/notesMaster1.xml" Id="R06ad5ec326794b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dae3f63c1c4b7f" /><Relationship Type="http://schemas.openxmlformats.org/officeDocument/2006/relationships/notesMaster" Target="/ppt/notesMasters/notesMaster1.xml" Id="R4d45c411c3924a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94facf9f9f4547" /><Relationship Type="http://schemas.openxmlformats.org/officeDocument/2006/relationships/notesMaster" Target="/ppt/notesMasters/notesMaster1.xml" Id="R7d0ec2744c5949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23a39a4d854f3d" /><Relationship Type="http://schemas.openxmlformats.org/officeDocument/2006/relationships/notesMaster" Target="/ppt/notesMasters/notesMaster1.xml" Id="Rea05dd6547354a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c49a3ba77f4319" /><Relationship Type="http://schemas.openxmlformats.org/officeDocument/2006/relationships/notesMaster" Target="/ppt/notesMasters/notesMaster1.xml" Id="Rc4752eb27a7e49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86e402627a4d17" /><Relationship Type="http://schemas.openxmlformats.org/officeDocument/2006/relationships/notesMaster" Target="/ppt/notesMasters/notesMaster1.xml" Id="Rf9aae81b476542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e132838e642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78605b2ba34dc3" /><Relationship Type="http://schemas.openxmlformats.org/officeDocument/2006/relationships/slideLayout" Target="/ppt/slideLayouts/slideLayout1.xml" Id="R2355aa324b2f42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55aa324b2f42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c7c77adb0409b" /><Relationship Type="http://schemas.openxmlformats.org/officeDocument/2006/relationships/notesSlide" Target="/ppt/notesSlides/notesSlide1.xml" Id="Re0ec0048fc6b45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ca7cf79424b65" /><Relationship Type="http://schemas.openxmlformats.org/officeDocument/2006/relationships/image" Target="/ppt/media/image.png" Id="R1a8b6b8d6c634a50" /><Relationship Type="http://schemas.openxmlformats.org/officeDocument/2006/relationships/notesSlide" Target="/ppt/notesSlides/notesSlide2.xml" Id="R504a47090beb45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59c1738da49a6" /><Relationship Type="http://schemas.openxmlformats.org/officeDocument/2006/relationships/notesSlide" Target="/ppt/notesSlides/notesSlide3.xml" Id="R701bae41fbb542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98b3abf314c57" /><Relationship Type="http://schemas.openxmlformats.org/officeDocument/2006/relationships/notesSlide" Target="/ppt/notesSlides/notesSlide4.xml" Id="Rfd9666f7cdd546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fd6d71ab14174" /><Relationship Type="http://schemas.openxmlformats.org/officeDocument/2006/relationships/notesSlide" Target="/ppt/notesSlides/notesSlide5.xml" Id="R1c3d8ec9700e44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b3d2e303f4fd6" /><Relationship Type="http://schemas.openxmlformats.org/officeDocument/2006/relationships/notesSlide" Target="/ppt/notesSlides/notesSlide6.xml" Id="Rca1314ec7a8847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db928e9904ee3" /><Relationship Type="http://schemas.openxmlformats.org/officeDocument/2006/relationships/image" Target="/ppt/media/image2.png" Id="R7c0086cf51e543e8" /><Relationship Type="http://schemas.openxmlformats.org/officeDocument/2006/relationships/notesSlide" Target="/ppt/notesSlides/notesSlide7.xml" Id="Rce068a73f51342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acc022aa643bd" /><Relationship Type="http://schemas.openxmlformats.org/officeDocument/2006/relationships/image" Target="/ppt/media/image3.png" Id="Rdf287c1335ad43ed" /><Relationship Type="http://schemas.openxmlformats.org/officeDocument/2006/relationships/notesSlide" Target="/ppt/notesSlides/notesSlide8.xml" Id="R73aea49067fc48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76d6f632f4571" /><Relationship Type="http://schemas.openxmlformats.org/officeDocument/2006/relationships/notesSlide" Target="/ppt/notesSlides/notesSlide9.xml" Id="Rf94c138a2f904d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e2528bc5f4e08" /><Relationship Type="http://schemas.openxmlformats.org/officeDocument/2006/relationships/notesSlide" Target="/ppt/notesSlides/notesSlide10.xml" Id="R552ac518ef1f48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06b76f0224932" /><Relationship Type="http://schemas.openxmlformats.org/officeDocument/2006/relationships/notesSlide" Target="/ppt/notesSlides/notesSlide11.xml" Id="R0275d0032ae949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17071dd354960" /><Relationship Type="http://schemas.openxmlformats.org/officeDocument/2006/relationships/notesSlide" Target="/ppt/notesSlides/notesSlide12.xml" Id="Rba6c9c94dcd544f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a3a0f08304f26" /><Relationship Type="http://schemas.openxmlformats.org/officeDocument/2006/relationships/notesSlide" Target="/ppt/notesSlides/notesSlide13.xml" Id="Ree26921a695540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B5C443-4AE2-4F78-9E06-ED0858D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8188E-2BB5-4DF7-AD29-B1CAE177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B2298-F11A-48F4-BC71-8CBBE9FC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A12F1-4A25-443F-A864-6B01BE58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6F346-EAD7-4F22-A78B-3544B977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5EFEA-C25B-49F1-BA65-AEC636AD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E7466-CBBF-4027-B880-E3A0ED4B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27B85-7C31-4ACC-8A06-3DD3ED92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2D887-0BC9-450D-A82C-E9946A7E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C4BD1-B920-403E-BADD-77E3D223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146.91s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D4D8A-EEB1-4F7D-9152-3FC0668F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AC92F-B60C-4F1A-B33A-6FF1AE75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D6156-A1A1-40EC-A4C7-D44C0ABC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7401525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CD6E3B-EF58-4482-9F6B-56DD2AB3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96714-4C04-4160-BAF8-D65058B5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5F6BAA-8317-4F35-BEDB-8C8B0028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0DAF8-7827-48A4-B31F-596422FB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AF3EA-DE99-41EB-BD23-1256F3C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79EDA-DA50-435F-B2C4-82915C70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2C0F4-FEA9-48B6-AD80-2D18EAD1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05129-A226-4E32-AB83-1C0E7B33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73006-9BDB-48E6-87A4-8A1E89F1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0D5B4-1DCF-4568-8EB6-DE40419E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20B585-907E-40C7-AED9-F9F06C1F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8b6b8d6c634a50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4882E-AC34-4506-ACC6-8DA6294A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97B22-7439-428C-9D3B-E1885F8C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2710707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CEE669-6C4C-481A-9A96-989908EB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48F16-FD6E-4884-A15D-EDBB321B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4D9BA-2900-4990-9F04-4795CB0D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1DE54-A54A-4038-96A6-3281A9CA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3DE1F-B6CA-4698-9327-213F872F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B68CDF-AD26-4F62-AA8F-3C833FAC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1x32x32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6F65D-45DF-49AD-89A9-63071C94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1C2C6-1247-4C30-8225-895B6021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05C04-AA78-4392-BED1-A9736B86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4000C-B640-49E3-A8A4-204C65E5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CBBF2-5B65-451F-B2EB-977EB89B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67132-DF12-4BBE-B419-5174A93A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2D869-BA8D-4888-A2AB-F9F44181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98FB9-30F6-4553-8050-1DFA4558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A202B4-399C-476D-8E40-D393637E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557F58-91AF-47C0-B38C-DBB6BDA0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6FE04-5E8D-4EF9-9D63-449EC3B1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4ABD45-BB4E-4F74-9CBD-E09653AD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partial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82829D-2442-4F19-93A8-FD7C44D1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9344F8-E35F-4916-A036-27ECF194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C1C04A-63B4-4F04-86F6-29872416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4582B-D0DB-4998-A141-F0C5B14E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27637E-E272-4CA6-95D5-4DE11AEB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62638D-3AFC-49D7-A053-DC658E68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FE1A1-EED2-4DC5-92DB-DEAF983E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C5/F6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E6795-28B7-4F2C-9453-4F049E17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04AB88-4BC7-46F1-8FFB-C0948250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CC6201-E23B-418D-8B09-2B6B7E65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DEF0B6-3D04-49DC-A5D7-30830E98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RBF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A7E32E-0C67-42F0-A67F-AB52C4F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penalties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59FBC9-17FD-47AE-B172-FB1BF9AD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93BDC4-73D0-4A2B-A49B-5BD13B84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21273107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39AF5B-7B33-4E81-AD4B-8F5D1A22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implementation follows the historical LeNet-5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0D899-3381-4718-B0B1-CB9CCF18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main remaining difference is optimizer choice, not the architecture or output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DB8DB-7D6D-46DE-ADCF-773B8C7D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81BFD-B181-47A2-9BE7-FD3BD262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7F69D-22BC-4409-AC2C-ABEB4838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B83D3-1BA5-4948-93A1-A48D2915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32x32 input, C1/S2/C3/S4/C5/F6 sizes, partial C3 connectivity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3E591-2D84-41F2-A0F8-3FE5A3CE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EFAE1-78C1-4138-99B2-408A5596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666C7-02F4-45B4-88C3-C698324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fixed Euclidean RBF prototypes with 84-dimensional +1/-1 targets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E910D-4030-43B9-8703-1421A5DB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C95DE-B1F0-44F8-B6F1-269A3580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52E6F-A615-4AE5-8BF2-661D6C5E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MAP-style penalty loss; SGD optimizer with learning rate 0.01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17F86-9D8F-4B8A-A078-E694EA88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4250052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53EE8D-40B2-45AD-B24C-C60C2DF9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03A8C-E98A-4C60-9542-91512724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E6FE5-B059-4952-927A-7A1E1C2B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7FBF3-F4C8-4415-A417-CAF6E578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E236F-196A-4EBC-9BCC-DA804D19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21FA5-CE7E-44B7-8593-06E00F71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3A810-3FBB-40C5-95D4-445298DE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1E43C-BFAB-4E64-AEC8-BEBF6999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FC0EF-DD84-4C77-8C8B-30FFDAAC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7E8D3-7D75-4CD7-AF96-EFDE620A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5E808-9B9D-4614-BE71-170592ED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22685-6016-463E-9E82-7733E483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CC121-B4FD-4DB4-9F09-A8DE5EDE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Optimizer: SGD | Loss: LeNet MAP-style RBF penalty | Seed: 42 | Device: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C6764-1F89-4344-810A-84DE355F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2657351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2975A5-BCA8-42B3-8056-12F4C39F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969FF-40DC-4267-A76E-ECF233BF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4312E-225B-4496-A7AD-F39B2069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7D99C-21A8-4C7B-A1EC-73A2E4EA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C9903-3D16-4D71-B27B-9DE05971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7A864-AA95-40F3-9958-F9C8FA9E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2872A-2ED4-4C11-9DCE-B4DAEA3E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0471C-A234-4F49-B36D-E33D3E98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B3F70-AEC1-47F5-8736-545B1958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4737C-89CB-4D3F-A2D0-6B771194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E5798-27F7-4504-AA0A-C7F64B44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146.91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6C66F3-4E7E-4C94-9D3E-9EE1FFE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838817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E470D8-EA95-4DD1-873B-43443913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0F830-B805-4B25-85FB-131420E2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CDB2E-8904-400F-AECD-946D51B6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086cf51e543e8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621DB-1553-4765-8D3C-6A7C708C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16855359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2988BF-DBA8-4712-BD36-0952FA7C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4DAF91-66DC-42CF-A528-033B3FA3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4D53A-F87C-4769-8C02-F2BE7D5E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87c1335ad43ed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2A5A7-1640-4229-AF76-22F99F7E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68837-8B52-4C89-87A1-5A794460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07601-ABAF-4791-BC88-4D062F39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B15FF-8E61-493E-9695-4AC65E22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73D0B-10F9-4ED1-9BF8-DC5F8A8E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40587-D4AD-4164-9B35-F1C9B3CE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91401-8FB8-4A92-A010-509F45ED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2291C-51B2-4A55-B7A8-1BFBE980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499C0A-EA39-4F8A-A366-3A16C47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17580971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6239B-8E6B-4E77-8754-7941C2E9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01845-C27E-4F84-BDCE-74D17D75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F044A-95EF-44C3-92A3-B7F06B78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68D73-AAFD-440D-A3FE-D19042F0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65C0C-CB28-4E71-B2C6-3F2220E7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65B1A-A96D-4AD2-A602-A87A63EE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46BD5-C3A1-4B54-BA5A-1753986F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A1AEA-9512-4081-95A5-430C6B49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78229-FD51-489E-94FD-83D4A545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B7955-9761-477B-B5A7-6805A2F8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CCB66-5510-4393-9B32-6EFEF246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5D1A0C-A8E3-4EA8-8E76-B0E44DA1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F96FB-19D3-43BA-9FB4-36E43D9C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FE978-053C-4270-8DE5-DE13FBDF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8E54D-2A5A-4329-8BED-7927ACAA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2B016D-CFC9-4FC1-8B13-96829823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17557616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6C4526-E3B4-4FBE-A612-77457D8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FB678-D5D1-46F5-B239-DB47785C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5E2AD-A784-4157-BC16-6CACB8D8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C24AB-C9BF-4F13-B227-ADB923DB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2CDCE-E068-4873-B612-0D1CBD8D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FDAED-46D3-4758-B379-C0CA12B7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5B465D-7B25-46A5-B578-DF17A060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352E1C-9352-4AF4-A93E-1BE9341D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39DAB-DBA7-4896-B6D4-8B880F13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43C97-0DC0-4E6A-8E2B-7914E79B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0.12 points vs. the 0.95% run; 0.27 points vs. the best 0.8% figure.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20156-9285-45A9-8D42-230C2EF0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623579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B3D687-A6BE-44FD-9E1E-522AD058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F31C4-71AC-48C8-84A1-52CB3356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B71BDE-1AAD-497C-AFEF-F3926790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946BD-0A7F-4477-B4B7-E3986186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7B2B0-C49F-4EE6-92E4-6004D02C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7861C2-5FE0-4EFD-9983-440F2CDC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CC377-AAB5-4E48-962D-29230FE8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EC4E4-CC5B-47DD-B922-B6981A1B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5914E-642E-447C-9D3D-C39FBD3E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padded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C3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Fixed RBF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MAP-style loss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SGD optimizer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5269D-B497-4DC4-B5A6-70079E5A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25DAF-B13B-4183-AD75-CF3FA309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C8D9DF-653F-4A19-82BE-AD1329F0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Historical architecture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60,000 parameters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comparison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Still easy to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Honest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42C13-6E58-4828-9FA9-5434EA28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2756133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3E83AC-2D57-4C60-B1B3-4957C655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D74DC-9080-40C5-A82C-E04AF02C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0.25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A81D4-10D7-4727-A1B6-02431C32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BC182-64CE-47C6-BE26-47B67CF4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5DD47-A5FE-4D02-8F76-D67A0176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334AE-E47C-49D0-B9D4-3C1509FE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F5BFD-D2E4-452E-960B-38DA7D1A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98.93%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CA60C-8C8F-442A-8AC8-A79C7A2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09925-B405-4763-AB31-90D356C2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A09307-514E-4D76-8736-2C8901AF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0AA17-9D27-4984-B7BA-8902D11C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146.91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195C8-18C9-4715-BFCC-8B28671E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3E10D7-7E28-46AF-8CB5-417FE73E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6EEDE-62F5-4ECC-A38A-ED01650E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C03CD-DDE6-4C4C-ADEA-C23E85E4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B6A21-2A17-41CA-A2E8-48924D08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CB1EB-16E1-40DB-967F-825F000E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02E58-E7F1-4F59-BA92-C687A601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87C725-7CD8-4A54-9CA8-C43B9049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3D795-5204-44D1-82C9-A1898772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322E8-A922-4C4B-9E42-3DCDCFA6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92786C-A778-443D-B7D2-2A029D84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8AC7F-4174-4F8C-902B-9DFE0B0B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F62758-7AF6-440B-A08B-45A2BC07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CDE536-D6C5-4C79-A0AE-94EA1588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3321539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00C45B-E01A-410E-B273-A52F08F6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27071-8BC1-48A6-A5A0-4B4E01BA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28733-FDEA-4B7D-968C-951D8B34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9A297B-EBA3-4C44-BB07-FB1E9937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96632-A67F-45E6-BD00-81AABD49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72930-059A-49E1-BC2F-2593672C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2B0CF-2487-402B-8081-BABA5E3C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60C6B-D66C-4593-AE0B-07C55930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3029D-1F73-4F05-9BC7-72CEFEFB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98.93% test accuracy with a 60,000-parameter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CE096-66BE-4ADF-81C5-C07ECD6B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9EF8BE-4C46-4D3F-AE05-1C8D7E0E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AB46A-BA3F-4535-8F29-A4CE1888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31A3D-D306-4FBA-9651-57AB43B3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24D56-097C-46DA-91B0-11D03346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630066-84A7-43CA-84E3-1AE6BD01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20139420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2026-07-02T05:54:36.2870000Z</dcterms:created>
  <dcterms:modified xsi:type="dcterms:W3CDTF">2026-07-02T05:54:36.2870000Z</dcterms:modified>
</coreProperties>
</file>